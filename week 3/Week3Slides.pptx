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5" r:id="rId39"/>
    <p:sldId id="294" r:id="rId40"/>
  </p:sldIdLst>
  <p:sldSz cx="9144000" cy="5143500" type="screen16x9"/>
  <p:notesSz cx="6858000" cy="9144000"/>
  <p:embeddedFontLst>
    <p:embeddedFont>
      <p:font typeface="Consolas" panose="020B0609020204030204" pitchFamily="49" charset="0"/>
      <p:regular r:id="rId42"/>
      <p:bold r:id="rId43"/>
      <p:italic r:id="rId44"/>
      <p:boldItalic r:id="rId45"/>
    </p:embeddedFont>
    <p:embeddedFont>
      <p:font typeface="Economica" panose="020B0604020202020204" charset="0"/>
      <p:regular r:id="rId46"/>
      <p:bold r:id="rId47"/>
      <p:italic r:id="rId48"/>
      <p:boldItalic r:id="rId49"/>
    </p:embeddedFont>
    <p:embeddedFont>
      <p:font typeface="Open Sans" panose="020B0606030504020204" pitchFamily="34" charset="0"/>
      <p:regular r:id="rId50"/>
      <p:bold r:id="rId51"/>
      <p:italic r:id="rId52"/>
      <p:boldItalic r:id="rId53"/>
    </p:embeddedFont>
    <p:embeddedFont>
      <p:font typeface="Roboto" panose="02000000000000000000" pitchFamily="2" charset="0"/>
      <p:regular r:id="rId54"/>
      <p:bold r:id="rId55"/>
      <p:italic r:id="rId56"/>
      <p:boldItalic r:id="rId5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2" roundtripDataSignature="AMtx7mgNM8tnVdmVD2VDCARSR8Q1P+fe2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940"/>
    <p:restoredTop sz="94723"/>
  </p:normalViewPr>
  <p:slideViewPr>
    <p:cSldViewPr snapToGrid="0">
      <p:cViewPr varScale="1">
        <p:scale>
          <a:sx n="163" d="100"/>
          <a:sy n="163" d="100"/>
        </p:scale>
        <p:origin x="115" y="23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font" Target="fonts/font9.fntdata"/><Relationship Id="rId55" Type="http://schemas.openxmlformats.org/officeDocument/2006/relationships/font" Target="fonts/font14.fntdata"/><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font" Target="fonts/font4.fntdata"/><Relationship Id="rId53" Type="http://schemas.openxmlformats.org/officeDocument/2006/relationships/font" Target="fonts/font12.fntdata"/><Relationship Id="rId66"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10.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5.fntdata"/><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 Id="rId54" Type="http://schemas.openxmlformats.org/officeDocument/2006/relationships/font" Target="fonts/font13.fntdata"/><Relationship Id="rId62"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3.fntdata"/><Relationship Id="rId52" Type="http://schemas.openxmlformats.org/officeDocument/2006/relationships/font" Target="fonts/font11.fntdata"/><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K Heng Ngee" userId="S::hnmok@smu.edu.sg::8f64aafb-e5cd-4532-a04e-4dee7b69c250" providerId="AD" clId="Web-{04B76F77-8727-203F-3571-CF60ED31E9BE}"/>
    <pc:docChg chg="sldOrd">
      <pc:chgData name="MOK Heng Ngee" userId="S::hnmok@smu.edu.sg::8f64aafb-e5cd-4532-a04e-4dee7b69c250" providerId="AD" clId="Web-{04B76F77-8727-203F-3571-CF60ED31E9BE}" dt="2023-08-28T05:01:35.274" v="0"/>
      <pc:docMkLst>
        <pc:docMk/>
      </pc:docMkLst>
      <pc:sldChg chg="ord">
        <pc:chgData name="MOK Heng Ngee" userId="S::hnmok@smu.edu.sg::8f64aafb-e5cd-4532-a04e-4dee7b69c250" providerId="AD" clId="Web-{04B76F77-8727-203F-3571-CF60ED31E9BE}" dt="2023-08-28T05:01:35.274" v="0"/>
        <pc:sldMkLst>
          <pc:docMk/>
          <pc:sldMk cId="0" sldId="264"/>
        </pc:sldMkLst>
      </pc:sldChg>
    </pc:docChg>
  </pc:docChgLst>
  <pc:docChgLst>
    <pc:chgData name="FWA Hua Leong" userId="73fbda70-d7c9-490d-b806-ae7c5938f604" providerId="ADAL" clId="{9E7F250E-3E77-4DA2-B9B4-0BA1F2C7E990}"/>
    <pc:docChg chg="modSld">
      <pc:chgData name="FWA Hua Leong" userId="73fbda70-d7c9-490d-b806-ae7c5938f604" providerId="ADAL" clId="{9E7F250E-3E77-4DA2-B9B4-0BA1F2C7E990}" dt="2024-08-28T07:33:06.586" v="22" actId="20577"/>
      <pc:docMkLst>
        <pc:docMk/>
      </pc:docMkLst>
      <pc:sldChg chg="modSp mod">
        <pc:chgData name="FWA Hua Leong" userId="73fbda70-d7c9-490d-b806-ae7c5938f604" providerId="ADAL" clId="{9E7F250E-3E77-4DA2-B9B4-0BA1F2C7E990}" dt="2024-08-28T07:31:18.832" v="19" actId="20577"/>
        <pc:sldMkLst>
          <pc:docMk/>
          <pc:sldMk cId="0" sldId="281"/>
        </pc:sldMkLst>
        <pc:spChg chg="mod">
          <ac:chgData name="FWA Hua Leong" userId="73fbda70-d7c9-490d-b806-ae7c5938f604" providerId="ADAL" clId="{9E7F250E-3E77-4DA2-B9B4-0BA1F2C7E990}" dt="2024-08-28T07:31:18.832" v="19" actId="20577"/>
          <ac:spMkLst>
            <pc:docMk/>
            <pc:sldMk cId="0" sldId="281"/>
            <ac:spMk id="251" creationId="{00000000-0000-0000-0000-000000000000}"/>
          </ac:spMkLst>
        </pc:spChg>
      </pc:sldChg>
      <pc:sldChg chg="modSp mod">
        <pc:chgData name="FWA Hua Leong" userId="73fbda70-d7c9-490d-b806-ae7c5938f604" providerId="ADAL" clId="{9E7F250E-3E77-4DA2-B9B4-0BA1F2C7E990}" dt="2024-08-28T07:31:06.247" v="14" actId="20577"/>
        <pc:sldMkLst>
          <pc:docMk/>
          <pc:sldMk cId="0" sldId="282"/>
        </pc:sldMkLst>
        <pc:spChg chg="mod">
          <ac:chgData name="FWA Hua Leong" userId="73fbda70-d7c9-490d-b806-ae7c5938f604" providerId="ADAL" clId="{9E7F250E-3E77-4DA2-B9B4-0BA1F2C7E990}" dt="2024-08-28T07:31:06.247" v="14" actId="20577"/>
          <ac:spMkLst>
            <pc:docMk/>
            <pc:sldMk cId="0" sldId="282"/>
            <ac:spMk id="258" creationId="{00000000-0000-0000-0000-000000000000}"/>
          </ac:spMkLst>
        </pc:spChg>
      </pc:sldChg>
      <pc:sldChg chg="modSp mod">
        <pc:chgData name="FWA Hua Leong" userId="73fbda70-d7c9-490d-b806-ae7c5938f604" providerId="ADAL" clId="{9E7F250E-3E77-4DA2-B9B4-0BA1F2C7E990}" dt="2024-08-28T07:33:06.586" v="22" actId="20577"/>
        <pc:sldMkLst>
          <pc:docMk/>
          <pc:sldMk cId="0" sldId="285"/>
        </pc:sldMkLst>
        <pc:spChg chg="mod">
          <ac:chgData name="FWA Hua Leong" userId="73fbda70-d7c9-490d-b806-ae7c5938f604" providerId="ADAL" clId="{9E7F250E-3E77-4DA2-B9B4-0BA1F2C7E990}" dt="2024-08-28T07:33:06.586" v="22" actId="20577"/>
          <ac:spMkLst>
            <pc:docMk/>
            <pc:sldMk cId="0" sldId="285"/>
            <ac:spMk id="281" creationId="{00000000-0000-0000-0000-000000000000}"/>
          </ac:spMkLst>
        </pc:spChg>
      </pc:sldChg>
    </pc:docChg>
  </pc:docChgLst>
  <pc:docChgLst>
    <pc:chgData name="SHAR Lwin Khin" userId="33cb3c8a-ae33-4f55-be34-306cbe5b6d67" providerId="ADAL" clId="{EB384010-F560-2A44-A72B-A699B390C79A}"/>
    <pc:docChg chg="modSld">
      <pc:chgData name="SHAR Lwin Khin" userId="33cb3c8a-ae33-4f55-be34-306cbe5b6d67" providerId="ADAL" clId="{EB384010-F560-2A44-A72B-A699B390C79A}" dt="2023-08-22T08:20:31.256" v="5" actId="20577"/>
      <pc:docMkLst>
        <pc:docMk/>
      </pc:docMkLst>
      <pc:sldChg chg="modSp mod">
        <pc:chgData name="SHAR Lwin Khin" userId="33cb3c8a-ae33-4f55-be34-306cbe5b6d67" providerId="ADAL" clId="{EB384010-F560-2A44-A72B-A699B390C79A}" dt="2023-08-22T08:20:31.256" v="5" actId="20577"/>
        <pc:sldMkLst>
          <pc:docMk/>
          <pc:sldMk cId="0" sldId="288"/>
        </pc:sldMkLst>
        <pc:spChg chg="mod">
          <ac:chgData name="SHAR Lwin Khin" userId="33cb3c8a-ae33-4f55-be34-306cbe5b6d67" providerId="ADAL" clId="{EB384010-F560-2A44-A72B-A699B390C79A}" dt="2023-08-22T08:20:31.256" v="5" actId="20577"/>
          <ac:spMkLst>
            <pc:docMk/>
            <pc:sldMk cId="0" sldId="288"/>
            <ac:spMk id="304" creationId="{00000000-0000-0000-0000-000000000000}"/>
          </ac:spMkLst>
        </pc:spChg>
      </pc:sldChg>
    </pc:docChg>
  </pc:docChgLst>
  <pc:docChgLst>
    <pc:chgData name="Kyong Jin SHIM" userId="S::kjshim@smu.edu.sg::4766fa2b-5177-41df-8692-66650695a1d3" providerId="AD" clId="Web-{BBE58F8C-7061-8442-053E-2DA21B865BA9}"/>
    <pc:docChg chg="modSld">
      <pc:chgData name="Kyong Jin SHIM" userId="S::kjshim@smu.edu.sg::4766fa2b-5177-41df-8692-66650695a1d3" providerId="AD" clId="Web-{BBE58F8C-7061-8442-053E-2DA21B865BA9}" dt="2024-08-18T13:08:15.192" v="3" actId="20577"/>
      <pc:docMkLst>
        <pc:docMk/>
      </pc:docMkLst>
      <pc:sldChg chg="modSp">
        <pc:chgData name="Kyong Jin SHIM" userId="S::kjshim@smu.edu.sg::4766fa2b-5177-41df-8692-66650695a1d3" providerId="AD" clId="Web-{BBE58F8C-7061-8442-053E-2DA21B865BA9}" dt="2024-08-18T13:08:15.192" v="3" actId="20577"/>
        <pc:sldMkLst>
          <pc:docMk/>
          <pc:sldMk cId="0" sldId="260"/>
        </pc:sldMkLst>
        <pc:spChg chg="mod">
          <ac:chgData name="Kyong Jin SHIM" userId="S::kjshim@smu.edu.sg::4766fa2b-5177-41df-8692-66650695a1d3" providerId="AD" clId="Web-{BBE58F8C-7061-8442-053E-2DA21B865BA9}" dt="2024-08-18T13:08:15.192" v="3" actId="20577"/>
          <ac:spMkLst>
            <pc:docMk/>
            <pc:sldMk cId="0" sldId="260"/>
            <ac:spMk id="3" creationId="{48864847-1583-FD59-9764-F2CC725A58EF}"/>
          </ac:spMkLst>
        </pc:spChg>
        <pc:spChg chg="mod">
          <ac:chgData name="Kyong Jin SHIM" userId="S::kjshim@smu.edu.sg::4766fa2b-5177-41df-8692-66650695a1d3" providerId="AD" clId="Web-{BBE58F8C-7061-8442-053E-2DA21B865BA9}" dt="2024-08-18T13:08:10.723" v="1" actId="20577"/>
          <ac:spMkLst>
            <pc:docMk/>
            <pc:sldMk cId="0" sldId="260"/>
            <ac:spMk id="91" creationId="{00000000-0000-0000-0000-000000000000}"/>
          </ac:spMkLst>
        </pc:spChg>
      </pc:sldChg>
    </pc:docChg>
  </pc:docChgLst>
  <pc:docChgLst>
    <pc:chgData name="SHAR Lwin Khin" userId="33cb3c8a-ae33-4f55-be34-306cbe5b6d67" providerId="ADAL" clId="{8C5F7089-F8B0-7944-B048-B2999E3C7753}"/>
    <pc:docChg chg="mod modSld modMainMaster">
      <pc:chgData name="SHAR Lwin Khin" userId="33cb3c8a-ae33-4f55-be34-306cbe5b6d67" providerId="ADAL" clId="{8C5F7089-F8B0-7944-B048-B2999E3C7753}" dt="2022-08-25T16:35:27.814" v="48" actId="20577"/>
      <pc:docMkLst>
        <pc:docMk/>
      </pc:docMkLst>
      <pc:sldChg chg="modSp mod">
        <pc:chgData name="SHAR Lwin Khin" userId="33cb3c8a-ae33-4f55-be34-306cbe5b6d67" providerId="ADAL" clId="{8C5F7089-F8B0-7944-B048-B2999E3C7753}" dt="2022-08-24T14:36:53.557" v="5" actId="20577"/>
        <pc:sldMkLst>
          <pc:docMk/>
          <pc:sldMk cId="0" sldId="259"/>
        </pc:sldMkLst>
        <pc:spChg chg="mod">
          <ac:chgData name="SHAR Lwin Khin" userId="33cb3c8a-ae33-4f55-be34-306cbe5b6d67" providerId="ADAL" clId="{8C5F7089-F8B0-7944-B048-B2999E3C7753}" dt="2022-08-24T14:36:53.557" v="5" actId="20577"/>
          <ac:spMkLst>
            <pc:docMk/>
            <pc:sldMk cId="0" sldId="259"/>
            <ac:spMk id="85" creationId="{00000000-0000-0000-0000-000000000000}"/>
          </ac:spMkLst>
        </pc:spChg>
      </pc:sldChg>
      <pc:sldChg chg="modSp mod">
        <pc:chgData name="SHAR Lwin Khin" userId="33cb3c8a-ae33-4f55-be34-306cbe5b6d67" providerId="ADAL" clId="{8C5F7089-F8B0-7944-B048-B2999E3C7753}" dt="2022-08-25T12:42:03.178" v="29" actId="20577"/>
        <pc:sldMkLst>
          <pc:docMk/>
          <pc:sldMk cId="0" sldId="271"/>
        </pc:sldMkLst>
        <pc:spChg chg="mod">
          <ac:chgData name="SHAR Lwin Khin" userId="33cb3c8a-ae33-4f55-be34-306cbe5b6d67" providerId="ADAL" clId="{8C5F7089-F8B0-7944-B048-B2999E3C7753}" dt="2022-08-25T12:42:03.178" v="29" actId="20577"/>
          <ac:spMkLst>
            <pc:docMk/>
            <pc:sldMk cId="0" sldId="271"/>
            <ac:spMk id="173" creationId="{00000000-0000-0000-0000-000000000000}"/>
          </ac:spMkLst>
        </pc:spChg>
      </pc:sldChg>
      <pc:sldChg chg="addSp modSp mod">
        <pc:chgData name="SHAR Lwin Khin" userId="33cb3c8a-ae33-4f55-be34-306cbe5b6d67" providerId="ADAL" clId="{8C5F7089-F8B0-7944-B048-B2999E3C7753}" dt="2022-08-25T13:56:50.185" v="42" actId="1076"/>
        <pc:sldMkLst>
          <pc:docMk/>
          <pc:sldMk cId="0" sldId="272"/>
        </pc:sldMkLst>
        <pc:spChg chg="mod">
          <ac:chgData name="SHAR Lwin Khin" userId="33cb3c8a-ae33-4f55-be34-306cbe5b6d67" providerId="ADAL" clId="{8C5F7089-F8B0-7944-B048-B2999E3C7753}" dt="2022-08-25T13:56:35.116" v="39" actId="20577"/>
          <ac:spMkLst>
            <pc:docMk/>
            <pc:sldMk cId="0" sldId="272"/>
            <ac:spMk id="180" creationId="{00000000-0000-0000-0000-000000000000}"/>
          </ac:spMkLst>
        </pc:spChg>
        <pc:picChg chg="add mod">
          <ac:chgData name="SHAR Lwin Khin" userId="33cb3c8a-ae33-4f55-be34-306cbe5b6d67" providerId="ADAL" clId="{8C5F7089-F8B0-7944-B048-B2999E3C7753}" dt="2022-08-25T13:56:33.269" v="37" actId="1076"/>
          <ac:picMkLst>
            <pc:docMk/>
            <pc:sldMk cId="0" sldId="272"/>
            <ac:picMk id="3" creationId="{C632E701-FC01-71F6-64FF-BFDCEB8FF212}"/>
          </ac:picMkLst>
        </pc:picChg>
        <pc:picChg chg="add mod">
          <ac:chgData name="SHAR Lwin Khin" userId="33cb3c8a-ae33-4f55-be34-306cbe5b6d67" providerId="ADAL" clId="{8C5F7089-F8B0-7944-B048-B2999E3C7753}" dt="2022-08-25T13:56:50.185" v="42" actId="1076"/>
          <ac:picMkLst>
            <pc:docMk/>
            <pc:sldMk cId="0" sldId="272"/>
            <ac:picMk id="5" creationId="{CD0D2ADF-8305-DDD2-8B4E-35B71E171F43}"/>
          </ac:picMkLst>
        </pc:picChg>
      </pc:sldChg>
      <pc:sldChg chg="modSp mod">
        <pc:chgData name="SHAR Lwin Khin" userId="33cb3c8a-ae33-4f55-be34-306cbe5b6d67" providerId="ADAL" clId="{8C5F7089-F8B0-7944-B048-B2999E3C7753}" dt="2022-08-25T13:58:14" v="44" actId="114"/>
        <pc:sldMkLst>
          <pc:docMk/>
          <pc:sldMk cId="0" sldId="274"/>
        </pc:sldMkLst>
        <pc:spChg chg="mod">
          <ac:chgData name="SHAR Lwin Khin" userId="33cb3c8a-ae33-4f55-be34-306cbe5b6d67" providerId="ADAL" clId="{8C5F7089-F8B0-7944-B048-B2999E3C7753}" dt="2022-08-25T13:58:14" v="44" actId="114"/>
          <ac:spMkLst>
            <pc:docMk/>
            <pc:sldMk cId="0" sldId="274"/>
            <ac:spMk id="197" creationId="{00000000-0000-0000-0000-000000000000}"/>
          </ac:spMkLst>
        </pc:spChg>
      </pc:sldChg>
      <pc:sldChg chg="modSp mod modNotesTx">
        <pc:chgData name="SHAR Lwin Khin" userId="33cb3c8a-ae33-4f55-be34-306cbe5b6d67" providerId="ADAL" clId="{8C5F7089-F8B0-7944-B048-B2999E3C7753}" dt="2022-08-25T16:35:27.814" v="48" actId="20577"/>
        <pc:sldMkLst>
          <pc:docMk/>
          <pc:sldMk cId="0" sldId="277"/>
        </pc:sldMkLst>
        <pc:spChg chg="mod">
          <ac:chgData name="SHAR Lwin Khin" userId="33cb3c8a-ae33-4f55-be34-306cbe5b6d67" providerId="ADAL" clId="{8C5F7089-F8B0-7944-B048-B2999E3C7753}" dt="2022-08-25T16:35:10.556" v="47" actId="114"/>
          <ac:spMkLst>
            <pc:docMk/>
            <pc:sldMk cId="0" sldId="277"/>
            <ac:spMk id="220" creationId="{00000000-0000-0000-0000-000000000000}"/>
          </ac:spMkLst>
        </pc:spChg>
      </pc:sldChg>
      <pc:sldMasterChg chg="addSp mod">
        <pc:chgData name="SHAR Lwin Khin" userId="33cb3c8a-ae33-4f55-be34-306cbe5b6d67" providerId="ADAL" clId="{8C5F7089-F8B0-7944-B048-B2999E3C7753}" dt="2022-08-24T14:36:02.311" v="0" actId="33475"/>
        <pc:sldMasterMkLst>
          <pc:docMk/>
          <pc:sldMasterMk cId="0" sldId="2147483648"/>
        </pc:sldMasterMkLst>
        <pc:spChg chg="add">
          <ac:chgData name="SHAR Lwin Khin" userId="33cb3c8a-ae33-4f55-be34-306cbe5b6d67" providerId="ADAL" clId="{8C5F7089-F8B0-7944-B048-B2999E3C7753}" dt="2022-08-24T14:36:02.311" v="0" actId="33475"/>
          <ac:spMkLst>
            <pc:docMk/>
            <pc:sldMasterMk cId="0" sldId="2147483648"/>
            <ac:spMk id="3" creationId="{066F5971-B93A-8850-2251-16848C46FE87}"/>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 name="Google Shape;6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6" name="Google Shape;6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 name="Google Shape;81;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350">
              <a:solidFill>
                <a:srgbClr val="333333"/>
              </a:solidFill>
              <a:highlight>
                <a:srgbClr val="FFFFFF"/>
              </a:highlight>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8" name="Google Shape;88;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 name="Google Shape;9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7" name="Google Shape;107;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100" b="0" i="0" u="none" strike="noStrike" cap="none">
                <a:solidFill>
                  <a:srgbClr val="000000"/>
                </a:solidFill>
                <a:latin typeface="Arial"/>
                <a:ea typeface="Arial"/>
                <a:cs typeface="Arial"/>
                <a:sym typeface="Arial"/>
              </a:rPr>
              <a:t>Each breakpoint was chosen to comfortably hold containers whose widths are multiples of 12.</a:t>
            </a:r>
            <a:endParaRPr/>
          </a:p>
          <a:p>
            <a:pPr marL="0" lvl="0" indent="0" algn="l" rtl="0">
              <a:lnSpc>
                <a:spcPct val="100000"/>
              </a:lnSpc>
              <a:spcBef>
                <a:spcPts val="0"/>
              </a:spcBef>
              <a:spcAft>
                <a:spcPts val="0"/>
              </a:spcAft>
              <a:buSzPts val="1100"/>
              <a:buNone/>
            </a:pPr>
            <a:r>
              <a:rPr lang="en" sz="1100" b="0" i="0" u="none" strike="noStrike" cap="none">
                <a:solidFill>
                  <a:srgbClr val="000000"/>
                </a:solidFill>
                <a:latin typeface="Arial"/>
                <a:ea typeface="Arial"/>
                <a:cs typeface="Arial"/>
                <a:sym typeface="Arial"/>
              </a:rPr>
              <a:t>Breakpoints are also representative of a subset of common device sizes and viewport dimensions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9" name="Google Shape;129;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4" name="Google Shape;144;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6" name="Google Shape;15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3" name="Google Shape;16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0" name="Google Shape;170;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5" name="Google Shape;225;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2" name="Google Shape;23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1" name="Google Shape;241;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8" name="Google Shape;248;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5" name="Google Shape;255;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2" name="Google Shape;262;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0" name="Google Shape;27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4" name="Google Shape;294;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1" name="Google Shape;301;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6" name="Google Shape;316;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5"/>
        <p:cNvGrpSpPr/>
        <p:nvPr/>
      </p:nvGrpSpPr>
      <p:grpSpPr>
        <a:xfrm>
          <a:off x="0" y="0"/>
          <a:ext cx="0" cy="0"/>
          <a:chOff x="0" y="0"/>
          <a:chExt cx="0" cy="0"/>
        </a:xfrm>
      </p:grpSpPr>
      <p:sp>
        <p:nvSpPr>
          <p:cNvPr id="336" name="Google Shape;33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7" name="Google Shape;337;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4" name="Google Shape;344;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41"/>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1" name="Google Shape;11;p41"/>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2" name="Google Shape;12;p41"/>
          <p:cNvSpPr txBox="1">
            <a:spLocks noGrp="1"/>
          </p:cNvSpPr>
          <p:nvPr>
            <p:ph type="ctrTitle"/>
          </p:nvPr>
        </p:nvSpPr>
        <p:spPr>
          <a:xfrm>
            <a:off x="3044700" y="1444255"/>
            <a:ext cx="3054600" cy="1537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13" name="Google Shape;13;p41"/>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
        <p:cNvGrpSpPr/>
        <p:nvPr/>
      </p:nvGrpSpPr>
      <p:grpSpPr>
        <a:xfrm>
          <a:off x="0" y="0"/>
          <a:ext cx="0" cy="0"/>
          <a:chOff x="0" y="0"/>
          <a:chExt cx="0" cy="0"/>
        </a:xfrm>
      </p:grpSpPr>
      <p:sp>
        <p:nvSpPr>
          <p:cNvPr id="16" name="Google Shape;16;p4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17" name="Google Shape;17;p4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8" name="Google Shape;18;p4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 name="Google Shape;19;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3"/>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 name="Google Shape;22;p4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23" name="Google Shape;23;p43"/>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1600"/>
              </a:spcBef>
              <a:spcAft>
                <a:spcPts val="0"/>
              </a:spcAft>
              <a:buSzPts val="1400"/>
              <a:buChar char="○"/>
              <a:defRPr/>
            </a:lvl2pPr>
            <a:lvl3pPr marL="1371600" lvl="2" indent="-317500" algn="l">
              <a:lnSpc>
                <a:spcPct val="115000"/>
              </a:lnSpc>
              <a:spcBef>
                <a:spcPts val="1600"/>
              </a:spcBef>
              <a:spcAft>
                <a:spcPts val="0"/>
              </a:spcAft>
              <a:buSzPts val="1400"/>
              <a:buChar char="■"/>
              <a:defRPr/>
            </a:lvl3pPr>
            <a:lvl4pPr marL="1828800" lvl="3" indent="-317500" algn="l">
              <a:lnSpc>
                <a:spcPct val="115000"/>
              </a:lnSpc>
              <a:spcBef>
                <a:spcPts val="1600"/>
              </a:spcBef>
              <a:spcAft>
                <a:spcPts val="0"/>
              </a:spcAft>
              <a:buSzPts val="1400"/>
              <a:buChar char="●"/>
              <a:defRPr/>
            </a:lvl4pPr>
            <a:lvl5pPr marL="2286000" lvl="4" indent="-317500" algn="l">
              <a:lnSpc>
                <a:spcPct val="115000"/>
              </a:lnSpc>
              <a:spcBef>
                <a:spcPts val="1600"/>
              </a:spcBef>
              <a:spcAft>
                <a:spcPts val="0"/>
              </a:spcAft>
              <a:buSzPts val="1400"/>
              <a:buChar char="○"/>
              <a:defRPr/>
            </a:lvl5pPr>
            <a:lvl6pPr marL="2743200" lvl="5" indent="-317500" algn="l">
              <a:lnSpc>
                <a:spcPct val="115000"/>
              </a:lnSpc>
              <a:spcBef>
                <a:spcPts val="1600"/>
              </a:spcBef>
              <a:spcAft>
                <a:spcPts val="0"/>
              </a:spcAft>
              <a:buSzPts val="1400"/>
              <a:buChar char="■"/>
              <a:defRPr/>
            </a:lvl6pPr>
            <a:lvl7pPr marL="3200400" lvl="6" indent="-317500" algn="l">
              <a:lnSpc>
                <a:spcPct val="115000"/>
              </a:lnSpc>
              <a:spcBef>
                <a:spcPts val="1600"/>
              </a:spcBef>
              <a:spcAft>
                <a:spcPts val="0"/>
              </a:spcAft>
              <a:buSzPts val="1400"/>
              <a:buChar char="●"/>
              <a:defRPr/>
            </a:lvl7pPr>
            <a:lvl8pPr marL="3657600" lvl="7" indent="-317500" algn="l">
              <a:lnSpc>
                <a:spcPct val="115000"/>
              </a:lnSpc>
              <a:spcBef>
                <a:spcPts val="1600"/>
              </a:spcBef>
              <a:spcAft>
                <a:spcPts val="0"/>
              </a:spcAft>
              <a:buSzPts val="1400"/>
              <a:buChar char="○"/>
              <a:defRPr/>
            </a:lvl8pPr>
            <a:lvl9pPr marL="4114800" lvl="8" indent="-317500" algn="l">
              <a:lnSpc>
                <a:spcPct val="115000"/>
              </a:lnSpc>
              <a:spcBef>
                <a:spcPts val="1600"/>
              </a:spcBef>
              <a:spcAft>
                <a:spcPts val="1600"/>
              </a:spcAft>
              <a:buSzPts val="1400"/>
              <a:buChar char="■"/>
              <a:defRPr/>
            </a:lvl9pPr>
          </a:lstStyle>
          <a:p>
            <a:endParaRPr/>
          </a:p>
        </p:txBody>
      </p:sp>
      <p:sp>
        <p:nvSpPr>
          <p:cNvPr id="24" name="Google Shape;24;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4"/>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7" name="Google Shape;27;p44"/>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28" name="Google Shape;28;p44"/>
          <p:cNvSpPr txBox="1">
            <a:spLocks noGrp="1"/>
          </p:cNvSpPr>
          <p:nvPr>
            <p:ph type="title"/>
          </p:nvPr>
        </p:nvSpPr>
        <p:spPr>
          <a:xfrm>
            <a:off x="773700" y="1806450"/>
            <a:ext cx="7596600" cy="15306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9" name="Google Shape;29;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4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4200"/>
              <a:buNone/>
              <a:defRPr/>
            </a:lvl1pPr>
            <a:lvl2pPr lvl="1" algn="l">
              <a:lnSpc>
                <a:spcPct val="100000"/>
              </a:lnSpc>
              <a:spcBef>
                <a:spcPts val="0"/>
              </a:spcBef>
              <a:spcAft>
                <a:spcPts val="0"/>
              </a:spcAft>
              <a:buSzPts val="4200"/>
              <a:buNone/>
              <a:defRPr/>
            </a:lvl2pPr>
            <a:lvl3pPr lvl="2" algn="l">
              <a:lnSpc>
                <a:spcPct val="100000"/>
              </a:lnSpc>
              <a:spcBef>
                <a:spcPts val="0"/>
              </a:spcBef>
              <a:spcAft>
                <a:spcPts val="0"/>
              </a:spcAft>
              <a:buSzPts val="4200"/>
              <a:buNone/>
              <a:defRPr/>
            </a:lvl3pPr>
            <a:lvl4pPr lvl="3" algn="l">
              <a:lnSpc>
                <a:spcPct val="100000"/>
              </a:lnSpc>
              <a:spcBef>
                <a:spcPts val="0"/>
              </a:spcBef>
              <a:spcAft>
                <a:spcPts val="0"/>
              </a:spcAft>
              <a:buSzPts val="4200"/>
              <a:buNone/>
              <a:defRPr/>
            </a:lvl4pPr>
            <a:lvl5pPr lvl="4" algn="l">
              <a:lnSpc>
                <a:spcPct val="100000"/>
              </a:lnSpc>
              <a:spcBef>
                <a:spcPts val="0"/>
              </a:spcBef>
              <a:spcAft>
                <a:spcPts val="0"/>
              </a:spcAft>
              <a:buSzPts val="4200"/>
              <a:buNone/>
              <a:defRPr/>
            </a:lvl5pPr>
            <a:lvl6pPr lvl="5" algn="l">
              <a:lnSpc>
                <a:spcPct val="100000"/>
              </a:lnSpc>
              <a:spcBef>
                <a:spcPts val="0"/>
              </a:spcBef>
              <a:spcAft>
                <a:spcPts val="0"/>
              </a:spcAft>
              <a:buSzPts val="4200"/>
              <a:buNone/>
              <a:defRPr/>
            </a:lvl6pPr>
            <a:lvl7pPr lvl="6" algn="l">
              <a:lnSpc>
                <a:spcPct val="100000"/>
              </a:lnSpc>
              <a:spcBef>
                <a:spcPts val="0"/>
              </a:spcBef>
              <a:spcAft>
                <a:spcPts val="0"/>
              </a:spcAft>
              <a:buSzPts val="4200"/>
              <a:buNone/>
              <a:defRPr/>
            </a:lvl7pPr>
            <a:lvl8pPr lvl="7" algn="l">
              <a:lnSpc>
                <a:spcPct val="100000"/>
              </a:lnSpc>
              <a:spcBef>
                <a:spcPts val="0"/>
              </a:spcBef>
              <a:spcAft>
                <a:spcPts val="0"/>
              </a:spcAft>
              <a:buSzPts val="4200"/>
              <a:buNone/>
              <a:defRPr/>
            </a:lvl8pPr>
            <a:lvl9pPr lvl="8" algn="l">
              <a:lnSpc>
                <a:spcPct val="100000"/>
              </a:lnSpc>
              <a:spcBef>
                <a:spcPts val="0"/>
              </a:spcBef>
              <a:spcAft>
                <a:spcPts val="0"/>
              </a:spcAft>
              <a:buSzPts val="4200"/>
              <a:buNone/>
              <a:defRPr/>
            </a:lvl9pPr>
          </a:lstStyle>
          <a:p>
            <a:endParaRPr/>
          </a:p>
        </p:txBody>
      </p:sp>
      <p:sp>
        <p:nvSpPr>
          <p:cNvPr id="32" name="Google Shape;32;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46"/>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a:endParaRPr/>
          </a:p>
        </p:txBody>
      </p:sp>
      <p:sp>
        <p:nvSpPr>
          <p:cNvPr id="35" name="Google Shape;35;p46"/>
          <p:cNvSpPr txBox="1">
            <a:spLocks noGrp="1"/>
          </p:cNvSpPr>
          <p:nvPr>
            <p:ph type="body" idx="1"/>
          </p:nvPr>
        </p:nvSpPr>
        <p:spPr>
          <a:xfrm>
            <a:off x="311700" y="1399400"/>
            <a:ext cx="2808000" cy="2784900"/>
          </a:xfrm>
          <a:prstGeom prst="rect">
            <a:avLst/>
          </a:prstGeom>
          <a:noFill/>
          <a:ln>
            <a:noFill/>
          </a:ln>
        </p:spPr>
        <p:txBody>
          <a:bodyPr spcFirstLastPara="1" wrap="square" lIns="91425" tIns="91425" rIns="91425" bIns="91425" anchor="t" anchorCtr="0">
            <a:no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36" name="Google Shape;36;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47"/>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47"/>
          <p:cNvSpPr txBox="1">
            <a:spLocks noGrp="1"/>
          </p:cNvSpPr>
          <p:nvPr>
            <p:ph type="title"/>
          </p:nvPr>
        </p:nvSpPr>
        <p:spPr>
          <a:xfrm>
            <a:off x="490250" y="450150"/>
            <a:ext cx="5878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0" name="Google Shape;40;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48"/>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3" name="Google Shape;43;p48"/>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48"/>
          <p:cNvSpPr txBox="1">
            <a:spLocks noGrp="1"/>
          </p:cNvSpPr>
          <p:nvPr>
            <p:ph type="title"/>
          </p:nvPr>
        </p:nvSpPr>
        <p:spPr>
          <a:xfrm>
            <a:off x="265500" y="929275"/>
            <a:ext cx="4045200" cy="17862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lt2"/>
              </a:buClr>
              <a:buSzPts val="4200"/>
              <a:buNone/>
              <a:defRPr>
                <a:solidFill>
                  <a:schemeClr val="lt2"/>
                </a:solidFill>
              </a:defRPr>
            </a:lvl1pPr>
            <a:lvl2pPr lvl="1" algn="ctr">
              <a:lnSpc>
                <a:spcPct val="100000"/>
              </a:lnSpc>
              <a:spcBef>
                <a:spcPts val="0"/>
              </a:spcBef>
              <a:spcAft>
                <a:spcPts val="0"/>
              </a:spcAft>
              <a:buClr>
                <a:schemeClr val="lt2"/>
              </a:buClr>
              <a:buSzPts val="4200"/>
              <a:buNone/>
              <a:defRPr>
                <a:solidFill>
                  <a:schemeClr val="lt2"/>
                </a:solidFill>
              </a:defRPr>
            </a:lvl2pPr>
            <a:lvl3pPr lvl="2" algn="ctr">
              <a:lnSpc>
                <a:spcPct val="100000"/>
              </a:lnSpc>
              <a:spcBef>
                <a:spcPts val="0"/>
              </a:spcBef>
              <a:spcAft>
                <a:spcPts val="0"/>
              </a:spcAft>
              <a:buClr>
                <a:schemeClr val="lt2"/>
              </a:buClr>
              <a:buSzPts val="4200"/>
              <a:buNone/>
              <a:defRPr>
                <a:solidFill>
                  <a:schemeClr val="lt2"/>
                </a:solidFill>
              </a:defRPr>
            </a:lvl3pPr>
            <a:lvl4pPr lvl="3" algn="ctr">
              <a:lnSpc>
                <a:spcPct val="100000"/>
              </a:lnSpc>
              <a:spcBef>
                <a:spcPts val="0"/>
              </a:spcBef>
              <a:spcAft>
                <a:spcPts val="0"/>
              </a:spcAft>
              <a:buClr>
                <a:schemeClr val="lt2"/>
              </a:buClr>
              <a:buSzPts val="4200"/>
              <a:buNone/>
              <a:defRPr>
                <a:solidFill>
                  <a:schemeClr val="lt2"/>
                </a:solidFill>
              </a:defRPr>
            </a:lvl4pPr>
            <a:lvl5pPr lvl="4" algn="ctr">
              <a:lnSpc>
                <a:spcPct val="100000"/>
              </a:lnSpc>
              <a:spcBef>
                <a:spcPts val="0"/>
              </a:spcBef>
              <a:spcAft>
                <a:spcPts val="0"/>
              </a:spcAft>
              <a:buClr>
                <a:schemeClr val="lt2"/>
              </a:buClr>
              <a:buSzPts val="4200"/>
              <a:buNone/>
              <a:defRPr>
                <a:solidFill>
                  <a:schemeClr val="lt2"/>
                </a:solidFill>
              </a:defRPr>
            </a:lvl5pPr>
            <a:lvl6pPr lvl="5" algn="ctr">
              <a:lnSpc>
                <a:spcPct val="100000"/>
              </a:lnSpc>
              <a:spcBef>
                <a:spcPts val="0"/>
              </a:spcBef>
              <a:spcAft>
                <a:spcPts val="0"/>
              </a:spcAft>
              <a:buClr>
                <a:schemeClr val="lt2"/>
              </a:buClr>
              <a:buSzPts val="4200"/>
              <a:buNone/>
              <a:defRPr>
                <a:solidFill>
                  <a:schemeClr val="lt2"/>
                </a:solidFill>
              </a:defRPr>
            </a:lvl6pPr>
            <a:lvl7pPr lvl="6" algn="ctr">
              <a:lnSpc>
                <a:spcPct val="100000"/>
              </a:lnSpc>
              <a:spcBef>
                <a:spcPts val="0"/>
              </a:spcBef>
              <a:spcAft>
                <a:spcPts val="0"/>
              </a:spcAft>
              <a:buClr>
                <a:schemeClr val="lt2"/>
              </a:buClr>
              <a:buSzPts val="4200"/>
              <a:buNone/>
              <a:defRPr>
                <a:solidFill>
                  <a:schemeClr val="lt2"/>
                </a:solidFill>
              </a:defRPr>
            </a:lvl7pPr>
            <a:lvl8pPr lvl="7" algn="ctr">
              <a:lnSpc>
                <a:spcPct val="100000"/>
              </a:lnSpc>
              <a:spcBef>
                <a:spcPts val="0"/>
              </a:spcBef>
              <a:spcAft>
                <a:spcPts val="0"/>
              </a:spcAft>
              <a:buClr>
                <a:schemeClr val="lt2"/>
              </a:buClr>
              <a:buSzPts val="4200"/>
              <a:buNone/>
              <a:defRPr>
                <a:solidFill>
                  <a:schemeClr val="lt2"/>
                </a:solidFill>
              </a:defRPr>
            </a:lvl8pPr>
            <a:lvl9pPr lvl="8" algn="ctr">
              <a:lnSpc>
                <a:spcPct val="100000"/>
              </a:lnSpc>
              <a:spcBef>
                <a:spcPts val="0"/>
              </a:spcBef>
              <a:spcAft>
                <a:spcPts val="0"/>
              </a:spcAft>
              <a:buClr>
                <a:schemeClr val="lt2"/>
              </a:buClr>
              <a:buSzPts val="4200"/>
              <a:buNone/>
              <a:defRPr>
                <a:solidFill>
                  <a:schemeClr val="lt2"/>
                </a:solidFill>
              </a:defRPr>
            </a:lvl9pPr>
          </a:lstStyle>
          <a:p>
            <a:endParaRPr/>
          </a:p>
        </p:txBody>
      </p:sp>
      <p:sp>
        <p:nvSpPr>
          <p:cNvPr id="45" name="Google Shape;45;p48"/>
          <p:cNvSpPr txBox="1">
            <a:spLocks noGrp="1"/>
          </p:cNvSpPr>
          <p:nvPr>
            <p:ph type="subTitle" idx="1"/>
          </p:nvPr>
        </p:nvSpPr>
        <p:spPr>
          <a:xfrm>
            <a:off x="265500" y="2769001"/>
            <a:ext cx="4045200" cy="1574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48"/>
          <p:cNvSpPr txBox="1">
            <a:spLocks noGrp="1"/>
          </p:cNvSpPr>
          <p:nvPr>
            <p:ph type="body" idx="2"/>
          </p:nvPr>
        </p:nvSpPr>
        <p:spPr>
          <a:xfrm>
            <a:off x="4939500" y="724200"/>
            <a:ext cx="3837000" cy="3695100"/>
          </a:xfrm>
          <a:prstGeom prst="rect">
            <a:avLst/>
          </a:prstGeom>
          <a:noFill/>
          <a:ln>
            <a:noFill/>
          </a:ln>
        </p:spPr>
        <p:txBody>
          <a:bodyPr spcFirstLastPara="1" wrap="square" lIns="91425" tIns="91425" rIns="91425" bIns="91425" anchor="ctr" anchorCtr="0">
            <a:noAutofit/>
          </a:bodyPr>
          <a:lstStyle>
            <a:lvl1pPr marL="457200" lvl="0" indent="-342900" algn="l">
              <a:lnSpc>
                <a:spcPct val="115000"/>
              </a:lnSpc>
              <a:spcBef>
                <a:spcPts val="0"/>
              </a:spcBef>
              <a:spcAft>
                <a:spcPts val="0"/>
              </a:spcAft>
              <a:buClr>
                <a:schemeClr val="lt1"/>
              </a:buClr>
              <a:buSzPts val="1800"/>
              <a:buChar char="●"/>
              <a:defRPr>
                <a:solidFill>
                  <a:schemeClr val="lt1"/>
                </a:solidFill>
              </a:defRPr>
            </a:lvl1pPr>
            <a:lvl2pPr marL="914400" lvl="1" indent="-317500" algn="l">
              <a:lnSpc>
                <a:spcPct val="115000"/>
              </a:lnSpc>
              <a:spcBef>
                <a:spcPts val="1600"/>
              </a:spcBef>
              <a:spcAft>
                <a:spcPts val="0"/>
              </a:spcAft>
              <a:buClr>
                <a:schemeClr val="lt1"/>
              </a:buClr>
              <a:buSzPts val="1400"/>
              <a:buChar char="○"/>
              <a:defRPr>
                <a:solidFill>
                  <a:schemeClr val="lt1"/>
                </a:solidFill>
              </a:defRPr>
            </a:lvl2pPr>
            <a:lvl3pPr marL="1371600" lvl="2" indent="-317500" algn="l">
              <a:lnSpc>
                <a:spcPct val="115000"/>
              </a:lnSpc>
              <a:spcBef>
                <a:spcPts val="1600"/>
              </a:spcBef>
              <a:spcAft>
                <a:spcPts val="0"/>
              </a:spcAft>
              <a:buClr>
                <a:schemeClr val="lt1"/>
              </a:buClr>
              <a:buSzPts val="1400"/>
              <a:buChar char="■"/>
              <a:defRPr>
                <a:solidFill>
                  <a:schemeClr val="lt1"/>
                </a:solidFill>
              </a:defRPr>
            </a:lvl3pPr>
            <a:lvl4pPr marL="1828800" lvl="3" indent="-317500" algn="l">
              <a:lnSpc>
                <a:spcPct val="115000"/>
              </a:lnSpc>
              <a:spcBef>
                <a:spcPts val="1600"/>
              </a:spcBef>
              <a:spcAft>
                <a:spcPts val="0"/>
              </a:spcAft>
              <a:buClr>
                <a:schemeClr val="lt1"/>
              </a:buClr>
              <a:buSzPts val="1400"/>
              <a:buChar char="●"/>
              <a:defRPr>
                <a:solidFill>
                  <a:schemeClr val="lt1"/>
                </a:solidFill>
              </a:defRPr>
            </a:lvl4pPr>
            <a:lvl5pPr marL="2286000" lvl="4" indent="-317500" algn="l">
              <a:lnSpc>
                <a:spcPct val="115000"/>
              </a:lnSpc>
              <a:spcBef>
                <a:spcPts val="1600"/>
              </a:spcBef>
              <a:spcAft>
                <a:spcPts val="0"/>
              </a:spcAft>
              <a:buClr>
                <a:schemeClr val="lt1"/>
              </a:buClr>
              <a:buSzPts val="1400"/>
              <a:buChar char="○"/>
              <a:defRPr>
                <a:solidFill>
                  <a:schemeClr val="lt1"/>
                </a:solidFill>
              </a:defRPr>
            </a:lvl5pPr>
            <a:lvl6pPr marL="2743200" lvl="5" indent="-317500" algn="l">
              <a:lnSpc>
                <a:spcPct val="115000"/>
              </a:lnSpc>
              <a:spcBef>
                <a:spcPts val="1600"/>
              </a:spcBef>
              <a:spcAft>
                <a:spcPts val="0"/>
              </a:spcAft>
              <a:buClr>
                <a:schemeClr val="lt1"/>
              </a:buClr>
              <a:buSzPts val="1400"/>
              <a:buChar char="■"/>
              <a:defRPr>
                <a:solidFill>
                  <a:schemeClr val="lt1"/>
                </a:solidFill>
              </a:defRPr>
            </a:lvl6pPr>
            <a:lvl7pPr marL="3200400" lvl="6" indent="-317500" algn="l">
              <a:lnSpc>
                <a:spcPct val="115000"/>
              </a:lnSpc>
              <a:spcBef>
                <a:spcPts val="1600"/>
              </a:spcBef>
              <a:spcAft>
                <a:spcPts val="0"/>
              </a:spcAft>
              <a:buClr>
                <a:schemeClr val="lt1"/>
              </a:buClr>
              <a:buSzPts val="1400"/>
              <a:buChar char="●"/>
              <a:defRPr>
                <a:solidFill>
                  <a:schemeClr val="lt1"/>
                </a:solidFill>
              </a:defRPr>
            </a:lvl7pPr>
            <a:lvl8pPr marL="3657600" lvl="7" indent="-317500" algn="l">
              <a:lnSpc>
                <a:spcPct val="115000"/>
              </a:lnSpc>
              <a:spcBef>
                <a:spcPts val="1600"/>
              </a:spcBef>
              <a:spcAft>
                <a:spcPts val="0"/>
              </a:spcAft>
              <a:buClr>
                <a:schemeClr val="lt1"/>
              </a:buClr>
              <a:buSzPts val="1400"/>
              <a:buChar char="○"/>
              <a:defRPr>
                <a:solidFill>
                  <a:schemeClr val="lt1"/>
                </a:solidFill>
              </a:defRPr>
            </a:lvl8pPr>
            <a:lvl9pPr marL="4114800" lvl="8" indent="-317500" algn="l">
              <a:lnSpc>
                <a:spcPct val="115000"/>
              </a:lnSpc>
              <a:spcBef>
                <a:spcPts val="1600"/>
              </a:spcBef>
              <a:spcAft>
                <a:spcPts val="1600"/>
              </a:spcAft>
              <a:buClr>
                <a:schemeClr val="lt1"/>
              </a:buClr>
              <a:buSzPts val="1400"/>
              <a:buChar char="■"/>
              <a:defRPr>
                <a:solidFill>
                  <a:schemeClr val="lt1"/>
                </a:solidFill>
              </a:defRPr>
            </a:lvl9pPr>
          </a:lstStyle>
          <a:p>
            <a:endParaRPr/>
          </a:p>
        </p:txBody>
      </p:sp>
      <p:sp>
        <p:nvSpPr>
          <p:cNvPr id="47" name="Google Shape;47;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49"/>
          <p:cNvSpPr txBox="1">
            <a:spLocks noGrp="1"/>
          </p:cNvSpPr>
          <p:nvPr>
            <p:ph type="body" idx="1"/>
          </p:nvPr>
        </p:nvSpPr>
        <p:spPr>
          <a:xfrm>
            <a:off x="319500" y="4218925"/>
            <a:ext cx="5998800" cy="598800"/>
          </a:xfrm>
          <a:prstGeom prst="rect">
            <a:avLst/>
          </a:prstGeom>
          <a:noFill/>
          <a:ln>
            <a:noFill/>
          </a:ln>
        </p:spPr>
        <p:txBody>
          <a:bodyPr spcFirstLastPara="1" wrap="square" lIns="91425" tIns="91425" rIns="91425" bIns="91425" anchor="ctr" anchorCtr="0">
            <a:noAutofit/>
          </a:bodyPr>
          <a:lstStyle>
            <a:lvl1pPr marL="457200" lvl="0" indent="-228600" algn="l">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50"/>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 name="Google Shape;53;p50"/>
          <p:cNvSpPr txBox="1">
            <a:spLocks noGrp="1"/>
          </p:cNvSpPr>
          <p:nvPr>
            <p:ph type="title" hasCustomPrompt="1"/>
          </p:nvPr>
        </p:nvSpPr>
        <p:spPr>
          <a:xfrm>
            <a:off x="311700" y="957125"/>
            <a:ext cx="8520600" cy="2128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Clr>
                <a:schemeClr val="lt2"/>
              </a:buClr>
              <a:buSzPts val="16000"/>
              <a:buNone/>
              <a:defRPr sz="16000">
                <a:solidFill>
                  <a:schemeClr val="lt2"/>
                </a:solidFill>
              </a:defRPr>
            </a:lvl1pPr>
            <a:lvl2pPr lvl="1" algn="ctr">
              <a:lnSpc>
                <a:spcPct val="100000"/>
              </a:lnSpc>
              <a:spcBef>
                <a:spcPts val="0"/>
              </a:spcBef>
              <a:spcAft>
                <a:spcPts val="0"/>
              </a:spcAft>
              <a:buClr>
                <a:schemeClr val="lt2"/>
              </a:buClr>
              <a:buSzPts val="16000"/>
              <a:buNone/>
              <a:defRPr sz="16000">
                <a:solidFill>
                  <a:schemeClr val="lt2"/>
                </a:solidFill>
              </a:defRPr>
            </a:lvl2pPr>
            <a:lvl3pPr lvl="2" algn="ctr">
              <a:lnSpc>
                <a:spcPct val="100000"/>
              </a:lnSpc>
              <a:spcBef>
                <a:spcPts val="0"/>
              </a:spcBef>
              <a:spcAft>
                <a:spcPts val="0"/>
              </a:spcAft>
              <a:buClr>
                <a:schemeClr val="lt2"/>
              </a:buClr>
              <a:buSzPts val="16000"/>
              <a:buNone/>
              <a:defRPr sz="16000">
                <a:solidFill>
                  <a:schemeClr val="lt2"/>
                </a:solidFill>
              </a:defRPr>
            </a:lvl3pPr>
            <a:lvl4pPr lvl="3" algn="ctr">
              <a:lnSpc>
                <a:spcPct val="100000"/>
              </a:lnSpc>
              <a:spcBef>
                <a:spcPts val="0"/>
              </a:spcBef>
              <a:spcAft>
                <a:spcPts val="0"/>
              </a:spcAft>
              <a:buClr>
                <a:schemeClr val="lt2"/>
              </a:buClr>
              <a:buSzPts val="16000"/>
              <a:buNone/>
              <a:defRPr sz="16000">
                <a:solidFill>
                  <a:schemeClr val="lt2"/>
                </a:solidFill>
              </a:defRPr>
            </a:lvl4pPr>
            <a:lvl5pPr lvl="4" algn="ctr">
              <a:lnSpc>
                <a:spcPct val="100000"/>
              </a:lnSpc>
              <a:spcBef>
                <a:spcPts val="0"/>
              </a:spcBef>
              <a:spcAft>
                <a:spcPts val="0"/>
              </a:spcAft>
              <a:buClr>
                <a:schemeClr val="lt2"/>
              </a:buClr>
              <a:buSzPts val="16000"/>
              <a:buNone/>
              <a:defRPr sz="16000">
                <a:solidFill>
                  <a:schemeClr val="lt2"/>
                </a:solidFill>
              </a:defRPr>
            </a:lvl5pPr>
            <a:lvl6pPr lvl="5" algn="ctr">
              <a:lnSpc>
                <a:spcPct val="100000"/>
              </a:lnSpc>
              <a:spcBef>
                <a:spcPts val="0"/>
              </a:spcBef>
              <a:spcAft>
                <a:spcPts val="0"/>
              </a:spcAft>
              <a:buClr>
                <a:schemeClr val="lt2"/>
              </a:buClr>
              <a:buSzPts val="16000"/>
              <a:buNone/>
              <a:defRPr sz="16000">
                <a:solidFill>
                  <a:schemeClr val="lt2"/>
                </a:solidFill>
              </a:defRPr>
            </a:lvl6pPr>
            <a:lvl7pPr lvl="6" algn="ctr">
              <a:lnSpc>
                <a:spcPct val="100000"/>
              </a:lnSpc>
              <a:spcBef>
                <a:spcPts val="0"/>
              </a:spcBef>
              <a:spcAft>
                <a:spcPts val="0"/>
              </a:spcAft>
              <a:buClr>
                <a:schemeClr val="lt2"/>
              </a:buClr>
              <a:buSzPts val="16000"/>
              <a:buNone/>
              <a:defRPr sz="16000">
                <a:solidFill>
                  <a:schemeClr val="lt2"/>
                </a:solidFill>
              </a:defRPr>
            </a:lvl7pPr>
            <a:lvl8pPr lvl="7" algn="ctr">
              <a:lnSpc>
                <a:spcPct val="100000"/>
              </a:lnSpc>
              <a:spcBef>
                <a:spcPts val="0"/>
              </a:spcBef>
              <a:spcAft>
                <a:spcPts val="0"/>
              </a:spcAft>
              <a:buClr>
                <a:schemeClr val="lt2"/>
              </a:buClr>
              <a:buSzPts val="16000"/>
              <a:buNone/>
              <a:defRPr sz="16000">
                <a:solidFill>
                  <a:schemeClr val="lt2"/>
                </a:solidFill>
              </a:defRPr>
            </a:lvl8pPr>
            <a:lvl9pPr lvl="8" algn="ctr">
              <a:lnSpc>
                <a:spcPct val="100000"/>
              </a:lnSpc>
              <a:spcBef>
                <a:spcPts val="0"/>
              </a:spcBef>
              <a:spcAft>
                <a:spcPts val="0"/>
              </a:spcAft>
              <a:buClr>
                <a:schemeClr val="lt2"/>
              </a:buClr>
              <a:buSzPts val="16000"/>
              <a:buNone/>
              <a:defRPr sz="16000">
                <a:solidFill>
                  <a:schemeClr val="lt2"/>
                </a:solidFill>
              </a:defRPr>
            </a:lvl9pPr>
          </a:lstStyle>
          <a:p>
            <a:r>
              <a:t>xx%</a:t>
            </a:r>
          </a:p>
        </p:txBody>
      </p:sp>
      <p:sp>
        <p:nvSpPr>
          <p:cNvPr id="54" name="Google Shape;54;p50"/>
          <p:cNvSpPr txBox="1">
            <a:spLocks noGrp="1"/>
          </p:cNvSpPr>
          <p:nvPr>
            <p:ph type="body" idx="1"/>
          </p:nvPr>
        </p:nvSpPr>
        <p:spPr>
          <a:xfrm>
            <a:off x="311700" y="3162000"/>
            <a:ext cx="8520600" cy="1071600"/>
          </a:xfrm>
          <a:prstGeom prst="rect">
            <a:avLst/>
          </a:prstGeom>
          <a:noFill/>
          <a:ln>
            <a:noFill/>
          </a:ln>
        </p:spPr>
        <p:txBody>
          <a:bodyPr spcFirstLastPara="1" wrap="square" lIns="91425" tIns="91425" rIns="91425" bIns="91425" anchor="t" anchorCtr="0">
            <a:no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1600"/>
              </a:spcBef>
              <a:spcAft>
                <a:spcPts val="0"/>
              </a:spcAft>
              <a:buSzPts val="1400"/>
              <a:buChar char="○"/>
              <a:defRPr/>
            </a:lvl2pPr>
            <a:lvl3pPr marL="1371600" lvl="2" indent="-317500" algn="ctr">
              <a:lnSpc>
                <a:spcPct val="115000"/>
              </a:lnSpc>
              <a:spcBef>
                <a:spcPts val="1600"/>
              </a:spcBef>
              <a:spcAft>
                <a:spcPts val="0"/>
              </a:spcAft>
              <a:buSzPts val="1400"/>
              <a:buChar char="■"/>
              <a:defRPr/>
            </a:lvl3pPr>
            <a:lvl4pPr marL="1828800" lvl="3" indent="-317500" algn="ctr">
              <a:lnSpc>
                <a:spcPct val="115000"/>
              </a:lnSpc>
              <a:spcBef>
                <a:spcPts val="1600"/>
              </a:spcBef>
              <a:spcAft>
                <a:spcPts val="0"/>
              </a:spcAft>
              <a:buSzPts val="1400"/>
              <a:buChar char="●"/>
              <a:defRPr/>
            </a:lvl4pPr>
            <a:lvl5pPr marL="2286000" lvl="4" indent="-317500" algn="ctr">
              <a:lnSpc>
                <a:spcPct val="115000"/>
              </a:lnSpc>
              <a:spcBef>
                <a:spcPts val="1600"/>
              </a:spcBef>
              <a:spcAft>
                <a:spcPts val="0"/>
              </a:spcAft>
              <a:buSzPts val="1400"/>
              <a:buChar char="○"/>
              <a:defRPr/>
            </a:lvl5pPr>
            <a:lvl6pPr marL="2743200" lvl="5" indent="-317500" algn="ctr">
              <a:lnSpc>
                <a:spcPct val="115000"/>
              </a:lnSpc>
              <a:spcBef>
                <a:spcPts val="1600"/>
              </a:spcBef>
              <a:spcAft>
                <a:spcPts val="0"/>
              </a:spcAft>
              <a:buSzPts val="1400"/>
              <a:buChar char="■"/>
              <a:defRPr/>
            </a:lvl6pPr>
            <a:lvl7pPr marL="3200400" lvl="6" indent="-317500" algn="ctr">
              <a:lnSpc>
                <a:spcPct val="115000"/>
              </a:lnSpc>
              <a:spcBef>
                <a:spcPts val="1600"/>
              </a:spcBef>
              <a:spcAft>
                <a:spcPts val="0"/>
              </a:spcAft>
              <a:buSzPts val="1400"/>
              <a:buChar char="●"/>
              <a:defRPr/>
            </a:lvl7pPr>
            <a:lvl8pPr marL="3657600" lvl="7" indent="-317500" algn="ctr">
              <a:lnSpc>
                <a:spcPct val="115000"/>
              </a:lnSpc>
              <a:spcBef>
                <a:spcPts val="1600"/>
              </a:spcBef>
              <a:spcAft>
                <a:spcPts val="0"/>
              </a:spcAft>
              <a:buSzPts val="1400"/>
              <a:buChar char="○"/>
              <a:defRPr/>
            </a:lvl8pPr>
            <a:lvl9pPr marL="4114800" lvl="8" indent="-317500" algn="ctr">
              <a:lnSpc>
                <a:spcPct val="115000"/>
              </a:lnSpc>
              <a:spcBef>
                <a:spcPts val="1600"/>
              </a:spcBef>
              <a:spcAft>
                <a:spcPts val="1600"/>
              </a:spcAft>
              <a:buSzPts val="1400"/>
              <a:buChar char="■"/>
              <a:defRPr/>
            </a:lvl9pPr>
          </a:lstStyle>
          <a:p>
            <a:endParaRPr/>
          </a:p>
        </p:txBody>
      </p:sp>
      <p:sp>
        <p:nvSpPr>
          <p:cNvPr id="55" name="Google Shape;55;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4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endParaRPr/>
          </a:p>
        </p:txBody>
      </p:sp>
      <p:sp>
        <p:nvSpPr>
          <p:cNvPr id="7" name="Google Shape;7;p40"/>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1"/>
              </a:buClr>
              <a:buSzPts val="1800"/>
              <a:buFont typeface="Open Sans"/>
              <a:buChar char="●"/>
              <a:defRPr sz="1800" b="0" i="0" u="none" strike="noStrike" cap="none">
                <a:solidFill>
                  <a:schemeClr val="dk1"/>
                </a:solidFill>
                <a:latin typeface="Open Sans"/>
                <a:ea typeface="Open Sans"/>
                <a:cs typeface="Open Sans"/>
                <a:sym typeface="Open Sans"/>
              </a:defRPr>
            </a:lvl1pPr>
            <a:lvl2pPr marL="914400" marR="0" lvl="1"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2pPr>
            <a:lvl3pPr marL="1371600" marR="0" lvl="2"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3pPr>
            <a:lvl4pPr marL="1828800" marR="0" lvl="3"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4pPr>
            <a:lvl5pPr marL="2286000" marR="0" lvl="4"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5pPr>
            <a:lvl6pPr marL="2743200" marR="0" lvl="5"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6pPr>
            <a:lvl7pPr marL="3200400" marR="0" lvl="6"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7pPr>
            <a:lvl8pPr marL="3657600" marR="0" lvl="7" indent="-317500" algn="l" rtl="0">
              <a:lnSpc>
                <a:spcPct val="115000"/>
              </a:lnSpc>
              <a:spcBef>
                <a:spcPts val="160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8pPr>
            <a:lvl9pPr marL="4114800" marR="0" lvl="8" indent="-317500" algn="l" rtl="0">
              <a:lnSpc>
                <a:spcPct val="115000"/>
              </a:lnSpc>
              <a:spcBef>
                <a:spcPts val="1600"/>
              </a:spcBef>
              <a:spcAft>
                <a:spcPts val="160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9pPr>
          </a:lstStyle>
          <a:p>
            <a:endParaRPr/>
          </a:p>
        </p:txBody>
      </p:sp>
      <p:sp>
        <p:nvSpPr>
          <p:cNvPr id="8" name="Google Shape;8;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066F5971-B93A-8850-2251-16848C46FE87}"/>
              </a:ext>
            </a:extLst>
          </p:cNvPr>
          <p:cNvSpPr txBox="1"/>
          <p:nvPr userDrawn="1">
            <p:extLst>
              <p:ext uri="{1162E1C5-73C7-4A58-AE30-91384D911F3F}">
                <p184:classification xmlns:p184="http://schemas.microsoft.com/office/powerpoint/2018/4/main" val="hdr"/>
              </p:ext>
            </p:extLst>
          </p:nvPr>
        </p:nvSpPr>
        <p:spPr>
          <a:xfrm>
            <a:off x="3956050" y="0"/>
            <a:ext cx="1254125" cy="121920"/>
          </a:xfrm>
          <a:prstGeom prst="rect">
            <a:avLst/>
          </a:prstGeom>
        </p:spPr>
        <p:txBody>
          <a:bodyPr horzOverflow="overflow" lIns="0" tIns="0" rIns="0" bIns="0">
            <a:spAutoFit/>
          </a:bodyPr>
          <a:lstStyle/>
          <a:p>
            <a:pPr algn="l"/>
            <a:r>
              <a:rPr lang="en-US" sz="80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www.getbootstrap.com/"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getbootstrap.com/docs/5.3/exampl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mailto:href=%22https://cdn.jsdelivr.net/npm/bootstrap@5.3.3/dist/css/bootstrap.min.css"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mailto:src=%22https://cdn.jsdelivr.net/npm/bootstrap@5.3.3/dist/js/bootstrap.bundle.min.js"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getbootstrap.com/docs/5.3/getting-started/introduction/"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getbootstrap.com/docs/5.3/layout/grid/"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getbootstrap.com/docs/5.2/layout/breakpoint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getbootstrap.com/docs/5.3/layout/grid/"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hyperlink" Target="https://getbootstrap.com/docs/5.3/utilities/text/"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getbootstrap.com/docs/5.3/utilities/spacing/"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getbootstrap.com/docs/5.3/utilities/display/"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hyperlink" Target="https://getbootstrap.com/docs/5.3/utilities/sizin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getbootstrap.com/docs/5.3/components/collapse/"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getbootstrap.com/docs/5.3/components/card/"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3" Type="http://schemas.openxmlformats.org/officeDocument/2006/relationships/hyperlink" Target="https://getbootstrap.com/docs/5.3/components/carousel/"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getbootstrap.com/docs/5.3/forms/overview/"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getbootstrap.com/docs/5.3/components/navs-tabs/"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openxmlformats.org/officeDocument/2006/relationships/hyperlink" Target="https://getbootstrap.com/docs/5.3/components/navbar/"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6.xml.rels><?xml version="1.0" encoding="UTF-8" standalone="yes"?>
<Relationships xmlns="http://schemas.openxmlformats.org/package/2006/relationships"><Relationship Id="rId3" Type="http://schemas.openxmlformats.org/officeDocument/2006/relationships/hyperlink" Target="https://www.w3.org/TR/wai-aria/" TargetMode="External"/><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hyperlink" Target="https://getbootstrap.com/docs/5.3/examples/" TargetMode="External"/><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hyperlink" Target="https://github.com/twbs/bootstrap/releases/download/v5.3.1/bootstrap-5.3.1-examples.zip" TargetMode="External"/></Relationships>
</file>

<file path=ppt/slides/_rels/slide38.xml.rels><?xml version="1.0" encoding="UTF-8" standalone="yes"?>
<Relationships xmlns="http://schemas.openxmlformats.org/package/2006/relationships"><Relationship Id="rId3" Type="http://schemas.openxmlformats.org/officeDocument/2006/relationships/hyperlink" Target="https://getbootstrap.com/docs/5.3/examples/album/"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
          <p:cNvSpPr txBox="1">
            <a:spLocks noGrp="1"/>
          </p:cNvSpPr>
          <p:nvPr>
            <p:ph type="ctrTitle"/>
          </p:nvPr>
        </p:nvSpPr>
        <p:spPr>
          <a:xfrm>
            <a:off x="3044700" y="1444255"/>
            <a:ext cx="3054600" cy="1537200"/>
          </a:xfrm>
          <a:prstGeom prst="rect">
            <a:avLst/>
          </a:prstGeom>
          <a:noFill/>
          <a:ln>
            <a:noFill/>
          </a:ln>
        </p:spPr>
        <p:txBody>
          <a:bodyPr spcFirstLastPara="1" wrap="square" lIns="91425" tIns="91425" rIns="91425" bIns="91425" anchor="b" anchorCtr="0">
            <a:noAutofit/>
          </a:bodyPr>
          <a:lstStyle/>
          <a:p>
            <a:pPr marL="0" lvl="0" indent="0" algn="ctr" rtl="0">
              <a:lnSpc>
                <a:spcPct val="100000"/>
              </a:lnSpc>
              <a:spcBef>
                <a:spcPts val="0"/>
              </a:spcBef>
              <a:spcAft>
                <a:spcPts val="0"/>
              </a:spcAft>
              <a:buClr>
                <a:schemeClr val="dk1"/>
              </a:buClr>
              <a:buSzPts val="1100"/>
              <a:buFont typeface="Arial"/>
              <a:buNone/>
            </a:pPr>
            <a:r>
              <a:rPr lang="en"/>
              <a:t>Web Application Development II</a:t>
            </a:r>
            <a:endParaRPr/>
          </a:p>
        </p:txBody>
      </p:sp>
      <p:sp>
        <p:nvSpPr>
          <p:cNvPr id="63" name="Google Shape;63;p1"/>
          <p:cNvSpPr txBox="1">
            <a:spLocks noGrp="1"/>
          </p:cNvSpPr>
          <p:nvPr>
            <p:ph type="subTitle" idx="1"/>
          </p:nvPr>
        </p:nvSpPr>
        <p:spPr>
          <a:xfrm>
            <a:off x="3044700" y="3116580"/>
            <a:ext cx="3054600" cy="7014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100"/>
              <a:buNone/>
            </a:pPr>
            <a:r>
              <a:rPr lang="en"/>
              <a:t>Week 3: Bootstrap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Agenda</a:t>
            </a:r>
            <a:endParaRPr/>
          </a:p>
        </p:txBody>
      </p:sp>
      <p:sp>
        <p:nvSpPr>
          <p:cNvPr id="69" name="Google Shape;69;p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a:t>What is Bootstrap?</a:t>
            </a:r>
            <a:endParaRPr/>
          </a:p>
          <a:p>
            <a:pPr marL="0" marR="0" lvl="0" indent="0" algn="l" rtl="0">
              <a:lnSpc>
                <a:spcPct val="115000"/>
              </a:lnSpc>
              <a:spcBef>
                <a:spcPts val="1600"/>
              </a:spcBef>
              <a:spcAft>
                <a:spcPts val="0"/>
              </a:spcAft>
              <a:buSzPts val="1400"/>
              <a:buNone/>
            </a:pPr>
            <a:r>
              <a:rPr lang="en"/>
              <a:t>How to use Bootstrap</a:t>
            </a:r>
            <a:endParaRPr/>
          </a:p>
          <a:p>
            <a:pPr marL="0" marR="0" lvl="0" indent="0" algn="l" rtl="0">
              <a:lnSpc>
                <a:spcPct val="115000"/>
              </a:lnSpc>
              <a:spcBef>
                <a:spcPts val="1600"/>
              </a:spcBef>
              <a:spcAft>
                <a:spcPts val="0"/>
              </a:spcAft>
              <a:buSzPts val="1400"/>
              <a:buNone/>
            </a:pPr>
            <a:r>
              <a:rPr lang="en"/>
              <a:t>Bootstrap examples</a:t>
            </a:r>
            <a:endParaRPr/>
          </a:p>
          <a:p>
            <a:pPr marL="0" marR="0" lvl="0" indent="0" algn="l" rtl="0">
              <a:lnSpc>
                <a:spcPct val="115000"/>
              </a:lnSpc>
              <a:spcBef>
                <a:spcPts val="1600"/>
              </a:spcBef>
              <a:spcAft>
                <a:spcPts val="0"/>
              </a:spcAft>
              <a:buSzPts val="1400"/>
              <a:buNone/>
            </a:pPr>
            <a:r>
              <a:rPr lang="en"/>
              <a:t>Build a project using Bootstrap</a:t>
            </a:r>
            <a:endParaRPr sz="2400">
              <a:latin typeface="Arial"/>
              <a:ea typeface="Arial"/>
              <a:cs typeface="Arial"/>
              <a:sym typeface="Arial"/>
            </a:endParaRPr>
          </a:p>
          <a:p>
            <a:pPr marL="0" lvl="0" indent="0" algn="l" rtl="0">
              <a:lnSpc>
                <a:spcPct val="115000"/>
              </a:lnSpc>
              <a:spcBef>
                <a:spcPts val="1600"/>
              </a:spcBef>
              <a:spcAft>
                <a:spcPts val="1600"/>
              </a:spcAft>
              <a:buSzPts val="1400"/>
              <a:buNone/>
            </a:pPr>
            <a:endParaRPr/>
          </a:p>
        </p:txBody>
      </p:sp>
      <p:pic>
        <p:nvPicPr>
          <p:cNvPr id="70" name="Google Shape;70;p2"/>
          <p:cNvPicPr preferRelativeResize="0"/>
          <p:nvPr/>
        </p:nvPicPr>
        <p:blipFill rotWithShape="1">
          <a:blip r:embed="rId3">
            <a:alphaModFix/>
          </a:blip>
          <a:srcRect/>
          <a:stretch/>
        </p:blipFill>
        <p:spPr>
          <a:xfrm>
            <a:off x="4499700" y="726013"/>
            <a:ext cx="3691475" cy="3691475"/>
          </a:xfrm>
          <a:prstGeom prst="rect">
            <a:avLst/>
          </a:prstGeom>
          <a:noFill/>
          <a:ln>
            <a:noFill/>
          </a:ln>
        </p:spPr>
      </p:pic>
      <p:sp>
        <p:nvSpPr>
          <p:cNvPr id="71" name="Google Shape;71;p2"/>
          <p:cNvSpPr txBox="1"/>
          <p:nvPr/>
        </p:nvSpPr>
        <p:spPr>
          <a:xfrm>
            <a:off x="5093475" y="4364850"/>
            <a:ext cx="2571900" cy="48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50"/>
              <a:buFont typeface="Arial"/>
              <a:buNone/>
            </a:pPr>
            <a:r>
              <a:rPr lang="en" sz="1350" b="0" i="0" u="none" strike="noStrike" cap="none">
                <a:solidFill>
                  <a:srgbClr val="333333"/>
                </a:solidFill>
                <a:highlight>
                  <a:srgbClr val="FFFFFF"/>
                </a:highlight>
                <a:latin typeface="Arial"/>
                <a:ea typeface="Arial"/>
                <a:cs typeface="Arial"/>
                <a:sym typeface="Arial"/>
              </a:rPr>
              <a:t>Mark Otto and Jacob Thornton</a:t>
            </a:r>
            <a:endParaRPr sz="1400" b="0"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What is Bootstrap?</a:t>
            </a:r>
            <a:endParaRPr/>
          </a:p>
        </p:txBody>
      </p:sp>
      <p:sp>
        <p:nvSpPr>
          <p:cNvPr id="77" name="Google Shape;77;p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“The most popular HTML, CSS, and JS framework for developing responsive, mobile first projects on the web.”</a:t>
            </a:r>
            <a:endParaRPr/>
          </a:p>
          <a:p>
            <a:pPr marL="0" marR="0" lvl="0" indent="0" algn="l" rtl="0">
              <a:lnSpc>
                <a:spcPct val="115000"/>
              </a:lnSpc>
              <a:spcBef>
                <a:spcPts val="1600"/>
              </a:spcBef>
              <a:spcAft>
                <a:spcPts val="0"/>
              </a:spcAft>
              <a:buSzPts val="1400"/>
              <a:buNone/>
            </a:pPr>
            <a:r>
              <a:rPr lang="en"/>
              <a:t>Bootstrap is a giant collection of handy, reusable bits of code written in HTML, CSS, and JavaScript. It’s a front-end development framework that enables developers to quickly build fully responsive websites.</a:t>
            </a:r>
            <a:endParaRPr/>
          </a:p>
          <a:p>
            <a:pPr marL="0" marR="0" lvl="0" indent="0" algn="l" rtl="0">
              <a:lnSpc>
                <a:spcPct val="115000"/>
              </a:lnSpc>
              <a:spcBef>
                <a:spcPts val="1600"/>
              </a:spcBef>
              <a:spcAft>
                <a:spcPts val="1600"/>
              </a:spcAft>
              <a:buSzPts val="1400"/>
              <a:buNone/>
            </a:pPr>
            <a:r>
              <a:rPr lang="en"/>
              <a:t>Full details are at: </a:t>
            </a:r>
            <a:r>
              <a:rPr lang="en">
                <a:solidFill>
                  <a:schemeClr val="hlink"/>
                </a:solidFill>
                <a:uFill>
                  <a:noFill/>
                </a:uFill>
                <a:hlinkClick r:id="rId3"/>
              </a:rPr>
              <a:t>www.getbootstrap.com</a:t>
            </a:r>
            <a:endParaRPr/>
          </a:p>
        </p:txBody>
      </p:sp>
      <p:sp>
        <p:nvSpPr>
          <p:cNvPr id="78" name="Google Shape;78;p3"/>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t>In programmers’ language</a:t>
            </a:r>
            <a:endParaRPr b="1"/>
          </a:p>
          <a:p>
            <a:pPr marL="0" lvl="0" indent="0" algn="l" rtl="0">
              <a:lnSpc>
                <a:spcPct val="115000"/>
              </a:lnSpc>
              <a:spcBef>
                <a:spcPts val="1600"/>
              </a:spcBef>
              <a:spcAft>
                <a:spcPts val="0"/>
              </a:spcAft>
              <a:buClr>
                <a:schemeClr val="dk1"/>
              </a:buClr>
              <a:buSzPts val="1100"/>
              <a:buFont typeface="Arial"/>
              <a:buNone/>
            </a:pPr>
            <a:r>
              <a:rPr lang="en"/>
              <a:t>Bootstrap = </a:t>
            </a:r>
            <a:endParaRPr/>
          </a:p>
          <a:p>
            <a:pPr marL="0" lvl="0" indent="0" algn="l" rtl="0">
              <a:lnSpc>
                <a:spcPct val="115000"/>
              </a:lnSpc>
              <a:spcBef>
                <a:spcPts val="1600"/>
              </a:spcBef>
              <a:spcAft>
                <a:spcPts val="1600"/>
              </a:spcAft>
              <a:buClr>
                <a:schemeClr val="dk1"/>
              </a:buClr>
              <a:buSzPts val="1100"/>
              <a:buFont typeface="Arial"/>
              <a:buNone/>
            </a:pPr>
            <a:r>
              <a:rPr lang="en"/>
              <a:t>      bootstrap.min.css + bootstrap.min.js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What is Bootstrap?</a:t>
            </a:r>
            <a:endParaRPr/>
          </a:p>
        </p:txBody>
      </p:sp>
      <p:sp>
        <p:nvSpPr>
          <p:cNvPr id="84" name="Google Shape;84;p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Bootstrap highlights</a:t>
            </a:r>
            <a:endParaRPr b="1" dirty="0"/>
          </a:p>
          <a:p>
            <a:pPr marL="0" marR="0" lvl="0" indent="0" algn="l" rtl="0">
              <a:lnSpc>
                <a:spcPct val="115000"/>
              </a:lnSpc>
              <a:spcBef>
                <a:spcPts val="1600"/>
              </a:spcBef>
              <a:spcAft>
                <a:spcPts val="0"/>
              </a:spcAft>
              <a:buSzPts val="1400"/>
              <a:buNone/>
            </a:pPr>
            <a:r>
              <a:rPr lang="en" dirty="0"/>
              <a:t>Bootstrap’s responsive grid</a:t>
            </a:r>
            <a:endParaRPr dirty="0"/>
          </a:p>
          <a:p>
            <a:pPr marL="0" marR="0" lvl="0" indent="0" algn="l" rtl="0">
              <a:lnSpc>
                <a:spcPct val="115000"/>
              </a:lnSpc>
              <a:spcBef>
                <a:spcPts val="1600"/>
              </a:spcBef>
              <a:spcAft>
                <a:spcPts val="0"/>
              </a:spcAft>
              <a:buSzPts val="1400"/>
              <a:buNone/>
            </a:pPr>
            <a:r>
              <a:rPr lang="en" dirty="0"/>
              <a:t>Bootstrap’s Responsive Images</a:t>
            </a:r>
            <a:endParaRPr dirty="0"/>
          </a:p>
          <a:p>
            <a:pPr marL="0" marR="0" lvl="0" indent="0" algn="l" rtl="0">
              <a:lnSpc>
                <a:spcPct val="115000"/>
              </a:lnSpc>
              <a:spcBef>
                <a:spcPts val="1600"/>
              </a:spcBef>
              <a:spcAft>
                <a:spcPts val="0"/>
              </a:spcAft>
              <a:buSzPts val="1400"/>
              <a:buNone/>
            </a:pPr>
            <a:r>
              <a:rPr lang="en" dirty="0"/>
              <a:t>Bootstrap’s Components</a:t>
            </a:r>
            <a:endParaRPr dirty="0"/>
          </a:p>
          <a:p>
            <a:pPr marL="0" marR="0" lvl="0" indent="0" algn="l" rtl="0">
              <a:lnSpc>
                <a:spcPct val="115000"/>
              </a:lnSpc>
              <a:spcBef>
                <a:spcPts val="1600"/>
              </a:spcBef>
              <a:spcAft>
                <a:spcPts val="0"/>
              </a:spcAft>
              <a:buSzPts val="1400"/>
              <a:buNone/>
            </a:pPr>
            <a:r>
              <a:rPr lang="en" dirty="0"/>
              <a:t>Bootstrap’s JavaScript</a:t>
            </a:r>
            <a:endParaRPr dirty="0"/>
          </a:p>
          <a:p>
            <a:pPr marL="0" marR="0" lvl="0" indent="0" algn="l" rtl="0">
              <a:lnSpc>
                <a:spcPct val="115000"/>
              </a:lnSpc>
              <a:spcBef>
                <a:spcPts val="1600"/>
              </a:spcBef>
              <a:spcAft>
                <a:spcPts val="0"/>
              </a:spcAft>
              <a:buSzPts val="1400"/>
              <a:buNone/>
            </a:pPr>
            <a:r>
              <a:rPr lang="en" dirty="0"/>
              <a:t>...</a:t>
            </a:r>
            <a:endParaRPr sz="1350" b="1" dirty="0">
              <a:solidFill>
                <a:srgbClr val="333333"/>
              </a:solidFill>
              <a:highlight>
                <a:srgbClr val="FFFFFF"/>
              </a:highlight>
              <a:latin typeface="Arial"/>
              <a:ea typeface="Arial"/>
              <a:cs typeface="Arial"/>
              <a:sym typeface="Arial"/>
            </a:endParaRPr>
          </a:p>
          <a:p>
            <a:pPr marL="0" marR="0" lvl="0" indent="0" algn="l" rtl="0">
              <a:lnSpc>
                <a:spcPct val="115000"/>
              </a:lnSpc>
              <a:spcBef>
                <a:spcPts val="1600"/>
              </a:spcBef>
              <a:spcAft>
                <a:spcPts val="1600"/>
              </a:spcAft>
              <a:buSzPts val="1400"/>
              <a:buNone/>
            </a:pPr>
            <a:endParaRPr dirty="0"/>
          </a:p>
        </p:txBody>
      </p:sp>
      <p:sp>
        <p:nvSpPr>
          <p:cNvPr id="85" name="Google Shape;85;p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Examples</a:t>
            </a:r>
            <a:endParaRPr b="1" dirty="0"/>
          </a:p>
          <a:p>
            <a:pPr marL="0" marR="0" lvl="0" indent="0" algn="l" rtl="0">
              <a:lnSpc>
                <a:spcPct val="115000"/>
              </a:lnSpc>
              <a:spcBef>
                <a:spcPts val="1600"/>
              </a:spcBef>
              <a:spcAft>
                <a:spcPts val="1600"/>
              </a:spcAft>
              <a:buSzPts val="1400"/>
              <a:buNone/>
            </a:pPr>
            <a:r>
              <a:rPr lang="en-SG" dirty="0">
                <a:hlinkClick r:id="rId3"/>
              </a:rPr>
              <a:t>https://getbootstrap.com/docs/5.3/examples/</a:t>
            </a:r>
            <a:endParaRPr lang="en-SG" dirty="0"/>
          </a:p>
          <a:p>
            <a:pPr marL="0" marR="0" lvl="0" indent="0" algn="l" rtl="0">
              <a:lnSpc>
                <a:spcPct val="115000"/>
              </a:lnSpc>
              <a:spcBef>
                <a:spcPts val="1600"/>
              </a:spcBef>
              <a:spcAft>
                <a:spcPts val="1600"/>
              </a:spcAft>
              <a:buSzPts val="1400"/>
              <a:buNone/>
            </a:pPr>
            <a:r>
              <a:rPr lang="en" dirty="0"/>
              <a:t>Download the source code of the examples and customize accordingly if you wish. </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Using Bootstrap</a:t>
            </a:r>
            <a:endParaRPr/>
          </a:p>
        </p:txBody>
      </p:sp>
      <p:sp>
        <p:nvSpPr>
          <p:cNvPr id="91" name="Google Shape;91;p5"/>
          <p:cNvSpPr txBox="1">
            <a:spLocks noGrp="1"/>
          </p:cNvSpPr>
          <p:nvPr>
            <p:ph type="body" idx="1"/>
          </p:nvPr>
        </p:nvSpPr>
        <p:spPr>
          <a:xfrm>
            <a:off x="311700" y="1225225"/>
            <a:ext cx="8520600" cy="443555"/>
          </a:xfrm>
          <a:prstGeom prst="rect">
            <a:avLst/>
          </a:prstGeom>
          <a:noFill/>
          <a:ln>
            <a:noFill/>
          </a:ln>
        </p:spPr>
        <p:txBody>
          <a:bodyPr spcFirstLastPara="1" wrap="square" lIns="91425" tIns="91425" rIns="91425" bIns="91425" anchor="t" anchorCtr="0">
            <a:noAutofit/>
          </a:bodyPr>
          <a:lstStyle/>
          <a:p>
            <a:pPr marL="0" indent="0">
              <a:buNone/>
            </a:pPr>
            <a:r>
              <a:rPr lang="en" b="1" dirty="0"/>
              <a:t>Using Bootstrap CDN</a:t>
            </a:r>
            <a:endParaRPr b="1" dirty="0"/>
          </a:p>
        </p:txBody>
      </p:sp>
      <p:sp>
        <p:nvSpPr>
          <p:cNvPr id="92" name="Google Shape;92;p5"/>
          <p:cNvSpPr/>
          <p:nvPr/>
        </p:nvSpPr>
        <p:spPr>
          <a:xfrm>
            <a:off x="5525220" y="4261175"/>
            <a:ext cx="3245400" cy="5664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dirty="0">
                <a:solidFill>
                  <a:srgbClr val="000000"/>
                </a:solidFill>
                <a:latin typeface="Arial"/>
                <a:ea typeface="Arial"/>
                <a:cs typeface="Arial"/>
                <a:sym typeface="Arial"/>
              </a:rPr>
              <a:t>This will load the libraries through the CDN - not from your server. </a:t>
            </a:r>
            <a:endParaRPr sz="1400" b="0" i="0" u="none" strike="noStrike" cap="none" dirty="0">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48864847-1583-FD59-9764-F2CC725A58EF}"/>
              </a:ext>
            </a:extLst>
          </p:cNvPr>
          <p:cNvSpPr txBox="1"/>
          <p:nvPr/>
        </p:nvSpPr>
        <p:spPr>
          <a:xfrm>
            <a:off x="373380" y="1691640"/>
            <a:ext cx="8520600" cy="2631490"/>
          </a:xfrm>
          <a:prstGeom prst="rect">
            <a:avLst/>
          </a:prstGeom>
          <a:noFill/>
        </p:spPr>
        <p:txBody>
          <a:bodyPr wrap="square" lIns="91440" tIns="45720" rIns="91440" bIns="45720" rtlCol="0" anchor="t">
            <a:spAutoFit/>
          </a:bodyPr>
          <a:lstStyle/>
          <a:p>
            <a:r>
              <a:rPr lang="en-SG" sz="1100"/>
              <a:t>&lt;!doctype html&gt;</a:t>
            </a:r>
            <a:endParaRPr lang="en-US"/>
          </a:p>
          <a:p>
            <a:r>
              <a:rPr lang="en-SG" sz="1100"/>
              <a:t>&lt;html lang="</a:t>
            </a:r>
            <a:r>
              <a:rPr lang="en-SG" sz="1100" err="1"/>
              <a:t>en</a:t>
            </a:r>
            <a:r>
              <a:rPr lang="en-SG" sz="1100"/>
              <a:t>"&gt;</a:t>
            </a:r>
            <a:endParaRPr lang="en-SG"/>
          </a:p>
          <a:p>
            <a:r>
              <a:rPr lang="en-SG" sz="1100"/>
              <a:t>  &lt;head&gt;</a:t>
            </a:r>
            <a:endParaRPr lang="en-SG"/>
          </a:p>
          <a:p>
            <a:r>
              <a:rPr lang="en-SG" sz="1100"/>
              <a:t>    &lt;meta charset="utf-8"&gt;</a:t>
            </a:r>
            <a:endParaRPr lang="en-SG"/>
          </a:p>
          <a:p>
            <a:r>
              <a:rPr lang="en-SG" sz="1100"/>
              <a:t>    &lt;meta name="viewport" content="width=device-width, initial-scale=1"&gt;</a:t>
            </a:r>
            <a:endParaRPr lang="en-SG"/>
          </a:p>
          <a:p>
            <a:r>
              <a:rPr lang="en-SG" sz="1100"/>
              <a:t>    &lt;title&gt;Bootstrap demo&lt;/title&gt;</a:t>
            </a:r>
            <a:endParaRPr lang="en-SG"/>
          </a:p>
          <a:p>
            <a:r>
              <a:rPr lang="en-SG" sz="1100"/>
              <a:t>    &lt;link </a:t>
            </a:r>
            <a:r>
              <a:rPr lang="en-SG" sz="1100" dirty="0">
                <a:hlinkClick r:id="rId3"/>
              </a:rPr>
              <a:t>href="https://cdn.jsdelivr.net/npm/bootstrap@5.3.3/dist/css/bootstrap.min.css</a:t>
            </a:r>
            <a:r>
              <a:rPr lang="en-SG" sz="1100"/>
              <a:t>" </a:t>
            </a:r>
            <a:r>
              <a:rPr lang="en-SG" sz="1100" err="1"/>
              <a:t>rel</a:t>
            </a:r>
            <a:r>
              <a:rPr lang="en-SG" sz="1100"/>
              <a:t>="stylesheet" integrity="sha384-QWTKZyjpPEjISv5WaRU9OFeRpok6YctnYmDr5pNlyT2bRjXh0JMhjY6hW+ALEwIH" </a:t>
            </a:r>
            <a:r>
              <a:rPr lang="en-SG" sz="1100" err="1"/>
              <a:t>crossorigin</a:t>
            </a:r>
            <a:r>
              <a:rPr lang="en-SG" sz="1100"/>
              <a:t>="anonymous"&gt;</a:t>
            </a:r>
            <a:endParaRPr lang="en-SG"/>
          </a:p>
          <a:p>
            <a:r>
              <a:rPr lang="en-SG" sz="1100"/>
              <a:t>  &lt;/head&gt;</a:t>
            </a:r>
            <a:endParaRPr lang="en-SG"/>
          </a:p>
          <a:p>
            <a:r>
              <a:rPr lang="en-SG" sz="1100"/>
              <a:t>  &lt;body&gt;</a:t>
            </a:r>
            <a:endParaRPr lang="en-SG"/>
          </a:p>
          <a:p>
            <a:r>
              <a:rPr lang="en-SG" sz="1100"/>
              <a:t>    &lt;h1&gt;Hello, world!&lt;/h1&gt;</a:t>
            </a:r>
            <a:endParaRPr lang="en-SG"/>
          </a:p>
          <a:p>
            <a:r>
              <a:rPr lang="en-SG" sz="1100"/>
              <a:t>    &lt;script </a:t>
            </a:r>
            <a:r>
              <a:rPr lang="en-SG" sz="1100" dirty="0">
                <a:hlinkClick r:id="rId4"/>
              </a:rPr>
              <a:t>src="https://cdn.jsdelivr.net/npm/bootstrap@5.3.3/dist/js/bootstrap.bundle.min.js</a:t>
            </a:r>
            <a:r>
              <a:rPr lang="en-SG" sz="1100"/>
              <a:t>" integrity="sha384-YvpcrYf0tY3lHB60NNkmXc5s9fDVZLESaAA55NDzOxhy9GkcIdslK1eN7N6jIeHz" </a:t>
            </a:r>
            <a:r>
              <a:rPr lang="en-SG" sz="1100" err="1"/>
              <a:t>crossorigin</a:t>
            </a:r>
            <a:r>
              <a:rPr lang="en-SG" sz="1100"/>
              <a:t>="anonymous"&gt;&lt;/script&gt;</a:t>
            </a:r>
            <a:endParaRPr lang="en-SG"/>
          </a:p>
          <a:p>
            <a:r>
              <a:rPr lang="en-SG" sz="1100"/>
              <a:t>  &lt;/body&gt;</a:t>
            </a:r>
            <a:endParaRPr lang="en-SG"/>
          </a:p>
          <a:p>
            <a:r>
              <a:rPr lang="en-SG" sz="1100" dirty="0"/>
              <a:t>&lt;/html&gt;</a:t>
            </a:r>
            <a:endParaRPr lang="en-S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Using Bootstrap</a:t>
            </a:r>
            <a:endParaRPr/>
          </a:p>
        </p:txBody>
      </p:sp>
      <p:sp>
        <p:nvSpPr>
          <p:cNvPr id="98" name="Google Shape;98;p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b="1" dirty="0"/>
              <a:t>Get started </a:t>
            </a:r>
            <a:endParaRPr b="1" dirty="0"/>
          </a:p>
          <a:p>
            <a:pPr marL="0" marR="0" lvl="0" indent="0" algn="l" rtl="0">
              <a:lnSpc>
                <a:spcPct val="115000"/>
              </a:lnSpc>
              <a:spcBef>
                <a:spcPts val="1600"/>
              </a:spcBef>
              <a:spcAft>
                <a:spcPts val="0"/>
              </a:spcAft>
              <a:buSzPts val="1800"/>
              <a:buNone/>
            </a:pPr>
            <a:r>
              <a:rPr lang="en-SG" dirty="0">
                <a:hlinkClick r:id="rId3"/>
              </a:rPr>
              <a:t>https://getbootstrap.com/docs/5.3/getting-started/introduction/</a:t>
            </a:r>
            <a:endParaRPr lang="en-SG" dirty="0"/>
          </a:p>
          <a:p>
            <a:pPr marL="0" marR="0" lvl="0" indent="0" algn="l" rtl="0">
              <a:lnSpc>
                <a:spcPct val="115000"/>
              </a:lnSpc>
              <a:spcBef>
                <a:spcPts val="1600"/>
              </a:spcBef>
              <a:spcAft>
                <a:spcPts val="0"/>
              </a:spcAft>
              <a:buSzPts val="1800"/>
              <a:buNone/>
            </a:pPr>
            <a:endParaRPr lang="en-SG" b="1" dirty="0"/>
          </a:p>
          <a:p>
            <a:pPr marL="0" marR="0" lvl="0" indent="0" algn="l" rtl="0">
              <a:lnSpc>
                <a:spcPct val="115000"/>
              </a:lnSpc>
              <a:spcBef>
                <a:spcPts val="1600"/>
              </a:spcBef>
              <a:spcAft>
                <a:spcPts val="0"/>
              </a:spcAft>
              <a:buSzPts val="1800"/>
              <a:buNone/>
            </a:pPr>
            <a:r>
              <a:rPr lang="en" b="1" dirty="0"/>
              <a:t>The starter template</a:t>
            </a:r>
            <a:endParaRPr b="1" dirty="0"/>
          </a:p>
          <a:p>
            <a:pPr marL="0" marR="0" lvl="0" indent="0" algn="l" rtl="0">
              <a:lnSpc>
                <a:spcPct val="115000"/>
              </a:lnSpc>
              <a:spcBef>
                <a:spcPts val="1600"/>
              </a:spcBef>
              <a:spcAft>
                <a:spcPts val="1600"/>
              </a:spcAft>
              <a:buSzPts val="1800"/>
              <a:buNone/>
            </a:pPr>
            <a:r>
              <a:rPr lang="en" dirty="0"/>
              <a:t>Refer to example: wk3example1.html</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1</a:t>
            </a:r>
            <a:endParaRPr/>
          </a:p>
        </p:txBody>
      </p:sp>
      <p:sp>
        <p:nvSpPr>
          <p:cNvPr id="104" name="Google Shape;104;p7"/>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marR="0" lvl="0" indent="-342900" algn="l" rtl="0">
              <a:lnSpc>
                <a:spcPct val="115000"/>
              </a:lnSpc>
              <a:spcBef>
                <a:spcPts val="0"/>
              </a:spcBef>
              <a:spcAft>
                <a:spcPts val="0"/>
              </a:spcAft>
              <a:buSzPts val="1800"/>
              <a:buChar char="●"/>
            </a:pPr>
            <a:r>
              <a:rPr lang="en"/>
              <a:t>Open ex1.html (same as wk3example1.html) in your browser.</a:t>
            </a:r>
            <a:endParaRPr/>
          </a:p>
          <a:p>
            <a:pPr marL="457200" marR="0" lvl="0" indent="-342900" algn="l" rtl="0">
              <a:lnSpc>
                <a:spcPct val="115000"/>
              </a:lnSpc>
              <a:spcBef>
                <a:spcPts val="0"/>
              </a:spcBef>
              <a:spcAft>
                <a:spcPts val="0"/>
              </a:spcAft>
              <a:buSzPts val="1800"/>
              <a:buChar char="●"/>
            </a:pPr>
            <a:r>
              <a:rPr lang="en"/>
              <a:t>Take note how the “Hello, world!” looks like.</a:t>
            </a:r>
            <a:endParaRPr/>
          </a:p>
          <a:p>
            <a:pPr marL="457200" marR="0" lvl="0" indent="-342900" algn="l" rtl="0">
              <a:lnSpc>
                <a:spcPct val="115000"/>
              </a:lnSpc>
              <a:spcBef>
                <a:spcPts val="0"/>
              </a:spcBef>
              <a:spcAft>
                <a:spcPts val="0"/>
              </a:spcAft>
              <a:buSzPts val="1800"/>
              <a:buChar char="●"/>
            </a:pPr>
            <a:r>
              <a:rPr lang="en"/>
              <a:t>Comment out the Bootstrap CSS. </a:t>
            </a:r>
            <a:endParaRPr/>
          </a:p>
          <a:p>
            <a:pPr marL="457200" marR="0" lvl="0" indent="-342900" algn="l" rtl="0">
              <a:lnSpc>
                <a:spcPct val="115000"/>
              </a:lnSpc>
              <a:spcBef>
                <a:spcPts val="0"/>
              </a:spcBef>
              <a:spcAft>
                <a:spcPts val="0"/>
              </a:spcAft>
              <a:buSzPts val="1800"/>
              <a:buChar char="●"/>
            </a:pPr>
            <a:r>
              <a:rPr lang="en"/>
              <a:t>See if the “Hello, world!” message looks different now.</a:t>
            </a:r>
            <a:endParaRPr/>
          </a:p>
          <a:p>
            <a:pPr marL="0" marR="0" lvl="0" indent="0" algn="l" rtl="0">
              <a:lnSpc>
                <a:spcPct val="115000"/>
              </a:lnSpc>
              <a:spcBef>
                <a:spcPts val="0"/>
              </a:spcBef>
              <a:spcAft>
                <a:spcPts val="0"/>
              </a:spcAft>
              <a:buSzPts val="1800"/>
              <a:buNone/>
            </a:pPr>
            <a:endParaRPr/>
          </a:p>
          <a:p>
            <a:pPr marL="0" marR="0" lvl="0" indent="0" algn="l" rtl="0">
              <a:lnSpc>
                <a:spcPct val="115000"/>
              </a:lnSpc>
              <a:spcBef>
                <a:spcPts val="0"/>
              </a:spcBef>
              <a:spcAft>
                <a:spcPts val="0"/>
              </a:spcAft>
              <a:buSzPts val="1800"/>
              <a:buNone/>
            </a:pPr>
            <a:endParaRPr/>
          </a:p>
          <a:p>
            <a:pPr marL="0" marR="0" lvl="0" indent="0" algn="l" rtl="0">
              <a:lnSpc>
                <a:spcPct val="115000"/>
              </a:lnSpc>
              <a:spcBef>
                <a:spcPts val="0"/>
              </a:spcBef>
              <a:spcAft>
                <a:spcPts val="0"/>
              </a:spcAft>
              <a:buSzPts val="1800"/>
              <a:buNone/>
            </a:pP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Grid System</a:t>
            </a:r>
            <a:endParaRPr/>
          </a:p>
        </p:txBody>
      </p:sp>
      <p:sp>
        <p:nvSpPr>
          <p:cNvPr id="110" name="Google Shape;110;p8"/>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a:t>“Use our powerful mobile-first flexbox grid to build layouts of all shapes and sizes thanks to a </a:t>
            </a:r>
            <a:r>
              <a:rPr lang="en">
                <a:solidFill>
                  <a:schemeClr val="accent5"/>
                </a:solidFill>
              </a:rPr>
              <a:t>twelve column </a:t>
            </a:r>
            <a:r>
              <a:rPr lang="en"/>
              <a:t>system, </a:t>
            </a:r>
            <a:r>
              <a:rPr lang="en">
                <a:solidFill>
                  <a:schemeClr val="accent5"/>
                </a:solidFill>
              </a:rPr>
              <a:t>six default responsive tiers</a:t>
            </a:r>
            <a:r>
              <a:rPr lang="en"/>
              <a:t>, Sass variables and mixins, and dozens of predefined classes.”</a:t>
            </a:r>
            <a:endParaRPr/>
          </a:p>
          <a:p>
            <a:pPr marL="0" marR="0" lvl="0" indent="0" algn="l" rtl="0">
              <a:lnSpc>
                <a:spcPct val="115000"/>
              </a:lnSpc>
              <a:spcBef>
                <a:spcPts val="1600"/>
              </a:spcBef>
              <a:spcAft>
                <a:spcPts val="1600"/>
              </a:spcAft>
              <a:buSzPts val="1800"/>
              <a:buNone/>
            </a:pPr>
            <a:endParaRPr/>
          </a:p>
        </p:txBody>
      </p:sp>
      <p:pic>
        <p:nvPicPr>
          <p:cNvPr id="111" name="Google Shape;111;p8"/>
          <p:cNvPicPr preferRelativeResize="0"/>
          <p:nvPr/>
        </p:nvPicPr>
        <p:blipFill rotWithShape="1">
          <a:blip r:embed="rId3">
            <a:alphaModFix/>
          </a:blip>
          <a:srcRect/>
          <a:stretch/>
        </p:blipFill>
        <p:spPr>
          <a:xfrm>
            <a:off x="704150" y="2420977"/>
            <a:ext cx="7521350" cy="1984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Grid System</a:t>
            </a:r>
            <a:endParaRPr/>
          </a:p>
        </p:txBody>
      </p:sp>
      <p:sp>
        <p:nvSpPr>
          <p:cNvPr id="124" name="Google Shape;124;p10"/>
          <p:cNvSpPr txBox="1">
            <a:spLocks noGrp="1"/>
          </p:cNvSpPr>
          <p:nvPr>
            <p:ph type="body" idx="1"/>
          </p:nvPr>
        </p:nvSpPr>
        <p:spPr>
          <a:xfrm>
            <a:off x="311700" y="1225225"/>
            <a:ext cx="42603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Responsive columns for easy layout and aligned content</a:t>
            </a:r>
            <a:endParaRPr dirty="0"/>
          </a:p>
          <a:p>
            <a:pPr marL="0" marR="0" lvl="0" indent="0" algn="l" rtl="0">
              <a:lnSpc>
                <a:spcPct val="115000"/>
              </a:lnSpc>
              <a:spcBef>
                <a:spcPts val="1600"/>
              </a:spcBef>
              <a:spcAft>
                <a:spcPts val="0"/>
              </a:spcAft>
              <a:buSzPts val="1400"/>
              <a:buNone/>
            </a:pPr>
            <a:r>
              <a:rPr lang="en" dirty="0"/>
              <a:t>Columns are centered within the parent .container</a:t>
            </a:r>
            <a:endParaRPr dirty="0"/>
          </a:p>
          <a:p>
            <a:pPr marL="0" marR="0" lvl="0" indent="0" algn="l" rtl="0">
              <a:lnSpc>
                <a:spcPct val="115000"/>
              </a:lnSpc>
              <a:spcBef>
                <a:spcPts val="1600"/>
              </a:spcBef>
              <a:spcAft>
                <a:spcPts val="0"/>
              </a:spcAft>
              <a:buSzPts val="1400"/>
              <a:buNone/>
            </a:pPr>
            <a:r>
              <a:rPr lang="en" dirty="0"/>
              <a:t>Each column has 1/n of the width</a:t>
            </a:r>
            <a:endParaRPr dirty="0"/>
          </a:p>
          <a:p>
            <a:pPr marL="0" marR="0" lvl="0" indent="0" algn="l" rtl="0">
              <a:lnSpc>
                <a:spcPct val="115000"/>
              </a:lnSpc>
              <a:spcBef>
                <a:spcPts val="1600"/>
              </a:spcBef>
              <a:spcAft>
                <a:spcPts val="0"/>
              </a:spcAft>
              <a:buClr>
                <a:schemeClr val="dk1"/>
              </a:buClr>
              <a:buSzPts val="1100"/>
              <a:buFont typeface="Arial"/>
              <a:buNone/>
            </a:pPr>
            <a:r>
              <a:rPr lang="en" dirty="0"/>
              <a:t>Bootstrap works with a 12 columns grid system</a:t>
            </a:r>
            <a:endParaRPr dirty="0"/>
          </a:p>
          <a:p>
            <a:pPr marL="0" marR="0" lvl="0" indent="0" algn="l" rtl="0">
              <a:lnSpc>
                <a:spcPct val="115000"/>
              </a:lnSpc>
              <a:spcBef>
                <a:spcPts val="1600"/>
              </a:spcBef>
              <a:spcAft>
                <a:spcPts val="1600"/>
              </a:spcAft>
              <a:buSzPts val="1400"/>
              <a:buNone/>
            </a:pPr>
            <a:r>
              <a:rPr lang="en-SG" dirty="0">
                <a:hlinkClick r:id="rId3"/>
              </a:rPr>
              <a:t>https://getbootstrap.com/docs/5.3/layout/grid/</a:t>
            </a:r>
            <a:endParaRPr lang="en-SG" dirty="0"/>
          </a:p>
          <a:p>
            <a:pPr marL="0" marR="0" lvl="0" indent="0" algn="l" rtl="0">
              <a:lnSpc>
                <a:spcPct val="115000"/>
              </a:lnSpc>
              <a:spcBef>
                <a:spcPts val="1600"/>
              </a:spcBef>
              <a:spcAft>
                <a:spcPts val="1600"/>
              </a:spcAft>
              <a:buSzPts val="1400"/>
              <a:buNone/>
            </a:pPr>
            <a:endParaRPr lang="en-SG" dirty="0"/>
          </a:p>
        </p:txBody>
      </p:sp>
      <p:sp>
        <p:nvSpPr>
          <p:cNvPr id="125" name="Google Shape;125;p1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endParaRPr b="1"/>
          </a:p>
          <a:p>
            <a:pPr marL="0" marR="0" lvl="0" indent="0" algn="l" rtl="0">
              <a:lnSpc>
                <a:spcPct val="115000"/>
              </a:lnSpc>
              <a:spcBef>
                <a:spcPts val="1600"/>
              </a:spcBef>
              <a:spcAft>
                <a:spcPts val="0"/>
              </a:spcAft>
              <a:buSzPts val="1400"/>
              <a:buNone/>
            </a:pPr>
            <a:r>
              <a:rPr lang="en" i="1"/>
              <a:t>wk3example2.html</a:t>
            </a:r>
            <a:endParaRPr i="1"/>
          </a:p>
          <a:p>
            <a:pPr marL="0" marR="0" lvl="0" indent="0" algn="l" rtl="0">
              <a:lnSpc>
                <a:spcPct val="115000"/>
              </a:lnSpc>
              <a:spcBef>
                <a:spcPts val="1600"/>
              </a:spcBef>
              <a:spcAft>
                <a:spcPts val="1600"/>
              </a:spcAft>
              <a:buSzPts val="1400"/>
              <a:buNone/>
            </a:pPr>
            <a:endParaRPr/>
          </a:p>
        </p:txBody>
      </p:sp>
      <p:sp>
        <p:nvSpPr>
          <p:cNvPr id="126" name="Google Shape;126;p10"/>
          <p:cNvSpPr/>
          <p:nvPr/>
        </p:nvSpPr>
        <p:spPr>
          <a:xfrm>
            <a:off x="4928550" y="3883575"/>
            <a:ext cx="3408600" cy="8313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Resize the browser to see the effect.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Change it to container-fluid and see the difference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Grid System</a:t>
            </a:r>
            <a:endParaRPr/>
          </a:p>
        </p:txBody>
      </p:sp>
      <p:sp>
        <p:nvSpPr>
          <p:cNvPr id="117" name="Google Shape;117;p9"/>
          <p:cNvSpPr txBox="1">
            <a:spLocks noGrp="1"/>
          </p:cNvSpPr>
          <p:nvPr>
            <p:ph type="body" idx="1"/>
          </p:nvPr>
        </p:nvSpPr>
        <p:spPr>
          <a:xfrm>
            <a:off x="311700" y="1225224"/>
            <a:ext cx="3999900" cy="3738661"/>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Container: the most basic layout element in Bootstrap; required for using Bootstrap’s grid system</a:t>
            </a:r>
            <a:endParaRPr dirty="0"/>
          </a:p>
          <a:p>
            <a:pPr marL="0" marR="0" lvl="0" indent="0" algn="l" rtl="0">
              <a:lnSpc>
                <a:spcPct val="115000"/>
              </a:lnSpc>
              <a:spcBef>
                <a:spcPts val="1600"/>
              </a:spcBef>
              <a:spcAft>
                <a:spcPts val="0"/>
              </a:spcAft>
              <a:buSzPts val="1400"/>
              <a:buNone/>
            </a:pPr>
            <a:r>
              <a:rPr lang="en" dirty="0"/>
              <a:t>Responsive breakpoints: scale up/down elements as the viewport (browser width) changes.</a:t>
            </a:r>
            <a:endParaRPr dirty="0"/>
          </a:p>
          <a:p>
            <a:pPr marL="0" marR="0" lvl="0" indent="0" algn="l" rtl="0">
              <a:lnSpc>
                <a:spcPct val="115000"/>
              </a:lnSpc>
              <a:spcBef>
                <a:spcPts val="1600"/>
              </a:spcBef>
              <a:spcAft>
                <a:spcPts val="0"/>
              </a:spcAft>
              <a:buSzPts val="1400"/>
              <a:buNone/>
            </a:pPr>
            <a:r>
              <a:rPr lang="en" dirty="0"/>
              <a:t>There are </a:t>
            </a:r>
            <a:r>
              <a:rPr lang="en" dirty="0">
                <a:solidFill>
                  <a:schemeClr val="accent5"/>
                </a:solidFill>
              </a:rPr>
              <a:t>six responsive breakpoints </a:t>
            </a:r>
            <a:r>
              <a:rPr lang="en" dirty="0"/>
              <a:t>– extra small (none), small (.sm), medium (.md), large (.lg), extra large (.xl) and extra extra large (.xxl). </a:t>
            </a:r>
            <a:endParaRPr dirty="0"/>
          </a:p>
          <a:p>
            <a:pPr marL="0" marR="0" lvl="0" indent="0" algn="l" rtl="0">
              <a:lnSpc>
                <a:spcPct val="115000"/>
              </a:lnSpc>
              <a:spcBef>
                <a:spcPts val="1600"/>
              </a:spcBef>
              <a:spcAft>
                <a:spcPts val="0"/>
              </a:spcAft>
              <a:buSzPts val="1400"/>
              <a:buNone/>
            </a:pPr>
            <a:r>
              <a:rPr lang="en"/>
              <a:t>Click </a:t>
            </a:r>
            <a:r>
              <a:rPr lang="en" u="sng">
                <a:solidFill>
                  <a:schemeClr val="hlink"/>
                </a:solidFill>
                <a:hlinkClick r:id="rId3"/>
              </a:rPr>
              <a:t>HERE</a:t>
            </a:r>
            <a:r>
              <a:rPr lang="en"/>
              <a:t> to find the value of the breakpoints.</a:t>
            </a:r>
            <a:endParaRPr dirty="0"/>
          </a:p>
          <a:p>
            <a:pPr marL="0" marR="0" lvl="0" indent="0" algn="l" rtl="0">
              <a:lnSpc>
                <a:spcPct val="115000"/>
              </a:lnSpc>
              <a:spcBef>
                <a:spcPts val="1600"/>
              </a:spcBef>
              <a:spcAft>
                <a:spcPts val="1600"/>
              </a:spcAft>
              <a:buSzPts val="1400"/>
              <a:buNone/>
            </a:pPr>
            <a:endParaRPr dirty="0"/>
          </a:p>
        </p:txBody>
      </p:sp>
      <p:sp>
        <p:nvSpPr>
          <p:cNvPr id="118" name="Google Shape;118;p9"/>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a:t>
            </a:r>
            <a:endParaRPr b="1"/>
          </a:p>
          <a:p>
            <a:pPr marL="0" marR="0" lvl="0" indent="0" algn="l" rtl="0">
              <a:lnSpc>
                <a:spcPct val="115000"/>
              </a:lnSpc>
              <a:spcBef>
                <a:spcPts val="1600"/>
              </a:spcBef>
              <a:spcAft>
                <a:spcPts val="0"/>
              </a:spcAft>
              <a:buSzPts val="1400"/>
              <a:buNone/>
            </a:pPr>
            <a:r>
              <a:rPr lang="en"/>
              <a:t>//resizes in chunks at breakpoints</a:t>
            </a:r>
            <a:endParaRPr/>
          </a:p>
          <a:p>
            <a:pPr marL="0" marR="0" lvl="0" indent="0" algn="l" rtl="0">
              <a:lnSpc>
                <a:spcPct val="115000"/>
              </a:lnSpc>
              <a:spcBef>
                <a:spcPts val="0"/>
              </a:spcBef>
              <a:spcAft>
                <a:spcPts val="0"/>
              </a:spcAft>
              <a:buSzPts val="1400"/>
              <a:buNone/>
            </a:pPr>
            <a:r>
              <a:rPr lang="en"/>
              <a:t>&lt;div class = “container”&gt;</a:t>
            </a:r>
            <a:endParaRPr/>
          </a:p>
          <a:p>
            <a:pPr marL="0" marR="0" lvl="0" indent="0" algn="l" rtl="0">
              <a:lnSpc>
                <a:spcPct val="115000"/>
              </a:lnSpc>
              <a:spcBef>
                <a:spcPts val="0"/>
              </a:spcBef>
              <a:spcAft>
                <a:spcPts val="0"/>
              </a:spcAft>
              <a:buSzPts val="1400"/>
              <a:buNone/>
            </a:pPr>
            <a:r>
              <a:rPr lang="en"/>
              <a:t>	&lt;!-- Content here --&gt;</a:t>
            </a:r>
            <a:endParaRPr/>
          </a:p>
          <a:p>
            <a:pPr marL="0" marR="0" lvl="0" indent="0" algn="l" rtl="0">
              <a:lnSpc>
                <a:spcPct val="115000"/>
              </a:lnSpc>
              <a:spcBef>
                <a:spcPts val="0"/>
              </a:spcBef>
              <a:spcAft>
                <a:spcPts val="0"/>
              </a:spcAft>
              <a:buSzPts val="1400"/>
              <a:buNone/>
            </a:pPr>
            <a:r>
              <a:rPr lang="en"/>
              <a:t>&lt;/div&gt;</a:t>
            </a:r>
            <a:endParaRPr/>
          </a:p>
          <a:p>
            <a:pPr marL="0" marR="0" lvl="0" indent="0" algn="l" rtl="0">
              <a:lnSpc>
                <a:spcPct val="115000"/>
              </a:lnSpc>
              <a:spcBef>
                <a:spcPts val="0"/>
              </a:spcBef>
              <a:spcAft>
                <a:spcPts val="0"/>
              </a:spcAft>
              <a:buSzPts val="1400"/>
              <a:buNone/>
            </a:pPr>
            <a:endParaRPr/>
          </a:p>
          <a:p>
            <a:pPr marL="0" marR="0" lvl="0" indent="0" algn="l" rtl="0">
              <a:lnSpc>
                <a:spcPct val="115000"/>
              </a:lnSpc>
              <a:spcBef>
                <a:spcPts val="0"/>
              </a:spcBef>
              <a:spcAft>
                <a:spcPts val="0"/>
              </a:spcAft>
              <a:buSzPts val="1400"/>
              <a:buNone/>
            </a:pPr>
            <a:r>
              <a:rPr lang="en"/>
              <a:t>//continuously resizes as you change the //width of your window/browser</a:t>
            </a:r>
            <a:endParaRPr/>
          </a:p>
          <a:p>
            <a:pPr marL="0" marR="0" lvl="0" indent="0" algn="l" rtl="0">
              <a:lnSpc>
                <a:spcPct val="115000"/>
              </a:lnSpc>
              <a:spcBef>
                <a:spcPts val="0"/>
              </a:spcBef>
              <a:spcAft>
                <a:spcPts val="0"/>
              </a:spcAft>
              <a:buSzPts val="1400"/>
              <a:buNone/>
            </a:pPr>
            <a:r>
              <a:rPr lang="en"/>
              <a:t>&lt;div class = “container-fluid”&gt;</a:t>
            </a:r>
            <a:endParaRPr/>
          </a:p>
          <a:p>
            <a:pPr marL="0" lvl="0" indent="0" algn="l" rtl="0">
              <a:lnSpc>
                <a:spcPct val="115000"/>
              </a:lnSpc>
              <a:spcBef>
                <a:spcPts val="0"/>
              </a:spcBef>
              <a:spcAft>
                <a:spcPts val="0"/>
              </a:spcAft>
              <a:buClr>
                <a:schemeClr val="dk1"/>
              </a:buClr>
              <a:buSzPts val="1100"/>
              <a:buFont typeface="Arial"/>
              <a:buNone/>
            </a:pPr>
            <a:r>
              <a:rPr lang="en"/>
              <a:t>	&lt;!-- Content here --&gt;</a:t>
            </a:r>
            <a:endParaRPr/>
          </a:p>
          <a:p>
            <a:pPr marL="0" lvl="0" indent="0" algn="l" rtl="0">
              <a:lnSpc>
                <a:spcPct val="115000"/>
              </a:lnSpc>
              <a:spcBef>
                <a:spcPts val="0"/>
              </a:spcBef>
              <a:spcAft>
                <a:spcPts val="0"/>
              </a:spcAft>
              <a:buClr>
                <a:schemeClr val="dk1"/>
              </a:buClr>
              <a:buSzPts val="1100"/>
              <a:buFont typeface="Arial"/>
              <a:buNone/>
            </a:pPr>
            <a:r>
              <a:rPr lang="en"/>
              <a:t>&lt;/div&gt;</a:t>
            </a:r>
            <a:endParaRPr/>
          </a:p>
          <a:p>
            <a:pPr marL="0" marR="0" lvl="0" indent="0" algn="l" rtl="0">
              <a:lnSpc>
                <a:spcPct val="115000"/>
              </a:lnSpc>
              <a:spcBef>
                <a:spcPts val="0"/>
              </a:spcBef>
              <a:spcAft>
                <a:spcPts val="1600"/>
              </a:spcAft>
              <a:buSzPts val="1400"/>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Grid System</a:t>
            </a:r>
            <a:endParaRPr/>
          </a:p>
        </p:txBody>
      </p:sp>
      <p:sp>
        <p:nvSpPr>
          <p:cNvPr id="132" name="Google Shape;132;p11"/>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a:t>
            </a:r>
            <a:endParaRPr b="1"/>
          </a:p>
          <a:p>
            <a:pPr marL="0" marR="0" lvl="0" indent="0" algn="l" rtl="0">
              <a:lnSpc>
                <a:spcPct val="100000"/>
              </a:lnSpc>
              <a:spcBef>
                <a:spcPts val="1600"/>
              </a:spcBef>
              <a:spcAft>
                <a:spcPts val="0"/>
              </a:spcAft>
              <a:buSzPts val="1400"/>
              <a:buNone/>
            </a:pPr>
            <a:r>
              <a:rPr lang="en"/>
              <a:t>&lt;style&gt;</a:t>
            </a:r>
            <a:endParaRPr/>
          </a:p>
          <a:p>
            <a:pPr marL="0" marR="0" lvl="0" indent="0" algn="l" rtl="0">
              <a:lnSpc>
                <a:spcPct val="100000"/>
              </a:lnSpc>
              <a:spcBef>
                <a:spcPts val="0"/>
              </a:spcBef>
              <a:spcAft>
                <a:spcPts val="0"/>
              </a:spcAft>
              <a:buSzPts val="1400"/>
              <a:buNone/>
            </a:pPr>
            <a:r>
              <a:rPr lang="en"/>
              <a:t>  .box {</a:t>
            </a:r>
            <a:endParaRPr/>
          </a:p>
          <a:p>
            <a:pPr marL="0" marR="0" lvl="0" indent="0" algn="l" rtl="0">
              <a:lnSpc>
                <a:spcPct val="100000"/>
              </a:lnSpc>
              <a:spcBef>
                <a:spcPts val="0"/>
              </a:spcBef>
              <a:spcAft>
                <a:spcPts val="0"/>
              </a:spcAft>
              <a:buSzPts val="1400"/>
              <a:buNone/>
            </a:pPr>
            <a:r>
              <a:rPr lang="en"/>
              <a:t>	background-color: goldenrod;</a:t>
            </a:r>
            <a:endParaRPr/>
          </a:p>
          <a:p>
            <a:pPr marL="0" marR="0" lvl="0" indent="0" algn="l" rtl="0">
              <a:lnSpc>
                <a:spcPct val="100000"/>
              </a:lnSpc>
              <a:spcBef>
                <a:spcPts val="0"/>
              </a:spcBef>
              <a:spcAft>
                <a:spcPts val="0"/>
              </a:spcAft>
              <a:buSzPts val="1400"/>
              <a:buNone/>
            </a:pPr>
            <a:r>
              <a:rPr lang="en"/>
              <a:t>	border: 1px solid black;</a:t>
            </a:r>
            <a:endParaRPr/>
          </a:p>
          <a:p>
            <a:pPr marL="0" marR="0" lvl="0" indent="0" algn="l" rtl="0">
              <a:lnSpc>
                <a:spcPct val="100000"/>
              </a:lnSpc>
              <a:spcBef>
                <a:spcPts val="0"/>
              </a:spcBef>
              <a:spcAft>
                <a:spcPts val="0"/>
              </a:spcAft>
              <a:buSzPts val="1400"/>
              <a:buNone/>
            </a:pPr>
            <a:r>
              <a:rPr lang="en"/>
              <a:t>  }</a:t>
            </a:r>
            <a:endParaRPr sz="2000">
              <a:latin typeface="Consolas"/>
              <a:ea typeface="Consolas"/>
              <a:cs typeface="Consolas"/>
              <a:sym typeface="Consolas"/>
            </a:endParaRPr>
          </a:p>
          <a:p>
            <a:pPr marL="0" lvl="0" indent="0" algn="l" rtl="0">
              <a:lnSpc>
                <a:spcPct val="100000"/>
              </a:lnSpc>
              <a:spcBef>
                <a:spcPts val="0"/>
              </a:spcBef>
              <a:spcAft>
                <a:spcPts val="0"/>
              </a:spcAft>
              <a:buClr>
                <a:schemeClr val="dk1"/>
              </a:buClr>
              <a:buSzPts val="1100"/>
              <a:buFont typeface="Arial"/>
              <a:buNone/>
            </a:pPr>
            <a:r>
              <a:rPr lang="en"/>
              <a:t>&lt;/style&gt;</a:t>
            </a:r>
            <a:endParaRPr sz="2000">
              <a:latin typeface="Consolas"/>
              <a:ea typeface="Consolas"/>
              <a:cs typeface="Consolas"/>
              <a:sym typeface="Consolas"/>
            </a:endParaRPr>
          </a:p>
          <a:p>
            <a:pPr marL="0" marR="0" lvl="0" indent="0" algn="l" rtl="0">
              <a:lnSpc>
                <a:spcPct val="100000"/>
              </a:lnSpc>
              <a:spcBef>
                <a:spcPts val="0"/>
              </a:spcBef>
              <a:spcAft>
                <a:spcPts val="0"/>
              </a:spcAft>
              <a:buSzPts val="1400"/>
              <a:buNone/>
            </a:pPr>
            <a:endParaRPr/>
          </a:p>
          <a:p>
            <a:pPr marL="0" marR="0" lvl="0" indent="0" algn="l" rtl="0">
              <a:lnSpc>
                <a:spcPct val="100000"/>
              </a:lnSpc>
              <a:spcBef>
                <a:spcPts val="0"/>
              </a:spcBef>
              <a:spcAft>
                <a:spcPts val="0"/>
              </a:spcAft>
              <a:buSzPts val="1400"/>
              <a:buNone/>
            </a:pPr>
            <a:endParaRPr/>
          </a:p>
          <a:p>
            <a:pPr marL="0" marR="0" lvl="0" indent="0" algn="l" rtl="0">
              <a:lnSpc>
                <a:spcPct val="115000"/>
              </a:lnSpc>
              <a:spcBef>
                <a:spcPts val="0"/>
              </a:spcBef>
              <a:spcAft>
                <a:spcPts val="1600"/>
              </a:spcAft>
              <a:buSzPts val="1400"/>
              <a:buNone/>
            </a:pPr>
            <a:endParaRPr/>
          </a:p>
        </p:txBody>
      </p:sp>
      <p:sp>
        <p:nvSpPr>
          <p:cNvPr id="133" name="Google Shape;133;p11"/>
          <p:cNvSpPr txBox="1">
            <a:spLocks noGrp="1"/>
          </p:cNvSpPr>
          <p:nvPr>
            <p:ph type="body" idx="2"/>
          </p:nvPr>
        </p:nvSpPr>
        <p:spPr>
          <a:xfrm>
            <a:off x="4469950" y="1225225"/>
            <a:ext cx="43623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r>
              <a:rPr lang="en"/>
              <a:t>wk3example3.html</a:t>
            </a:r>
            <a:endParaRPr/>
          </a:p>
          <a:p>
            <a:pPr marL="0" marR="0" lvl="0" indent="0" algn="l" rtl="0">
              <a:lnSpc>
                <a:spcPct val="115000"/>
              </a:lnSpc>
              <a:spcBef>
                <a:spcPts val="1600"/>
              </a:spcBef>
              <a:spcAft>
                <a:spcPts val="0"/>
              </a:spcAft>
              <a:buSzPts val="1400"/>
              <a:buNone/>
            </a:pPr>
            <a:r>
              <a:rPr lang="en"/>
              <a:t>&lt;div class="container"&gt;</a:t>
            </a:r>
            <a:endParaRPr/>
          </a:p>
          <a:p>
            <a:pPr marL="0" marR="0" lvl="0" indent="0" algn="l" rtl="0">
              <a:lnSpc>
                <a:spcPct val="115000"/>
              </a:lnSpc>
              <a:spcBef>
                <a:spcPts val="0"/>
              </a:spcBef>
              <a:spcAft>
                <a:spcPts val="0"/>
              </a:spcAft>
              <a:buSzPts val="1400"/>
              <a:buNone/>
            </a:pPr>
            <a:r>
              <a:rPr lang="en"/>
              <a:t>  &lt;div class="row"&gt;</a:t>
            </a:r>
            <a:endParaRPr/>
          </a:p>
          <a:p>
            <a:pPr marL="0" marR="0" lvl="0" indent="0" algn="l" rtl="0">
              <a:lnSpc>
                <a:spcPct val="115000"/>
              </a:lnSpc>
              <a:spcBef>
                <a:spcPts val="0"/>
              </a:spcBef>
              <a:spcAft>
                <a:spcPts val="0"/>
              </a:spcAft>
              <a:buSzPts val="1400"/>
              <a:buNone/>
            </a:pPr>
            <a:r>
              <a:rPr lang="en"/>
              <a:t> 	&lt;div class="col box"&gt; 1 of 3 &lt;/div&gt;</a:t>
            </a:r>
            <a:endParaRPr/>
          </a:p>
          <a:p>
            <a:pPr marL="0" marR="0" lvl="0" indent="0" algn="l" rtl="0">
              <a:lnSpc>
                <a:spcPct val="115000"/>
              </a:lnSpc>
              <a:spcBef>
                <a:spcPts val="0"/>
              </a:spcBef>
              <a:spcAft>
                <a:spcPts val="0"/>
              </a:spcAft>
              <a:buSzPts val="1400"/>
              <a:buNone/>
            </a:pPr>
            <a:r>
              <a:rPr lang="en"/>
              <a:t> 	&lt;div class="col-6 box"&gt; 2 of 3 (wider) &lt;/div&gt;</a:t>
            </a:r>
            <a:endParaRPr/>
          </a:p>
          <a:p>
            <a:pPr marL="0" marR="0" lvl="0" indent="0" algn="l" rtl="0">
              <a:lnSpc>
                <a:spcPct val="115000"/>
              </a:lnSpc>
              <a:spcBef>
                <a:spcPts val="0"/>
              </a:spcBef>
              <a:spcAft>
                <a:spcPts val="0"/>
              </a:spcAft>
              <a:buSzPts val="1400"/>
              <a:buNone/>
            </a:pPr>
            <a:r>
              <a:rPr lang="en"/>
              <a:t> 	&lt;div class="col box"&gt; 3 of 3&lt;/div&gt; 	</a:t>
            </a:r>
            <a:endParaRPr/>
          </a:p>
          <a:p>
            <a:pPr marL="0" marR="0" lvl="0" indent="0" algn="l" rtl="0">
              <a:lnSpc>
                <a:spcPct val="115000"/>
              </a:lnSpc>
              <a:spcBef>
                <a:spcPts val="0"/>
              </a:spcBef>
              <a:spcAft>
                <a:spcPts val="0"/>
              </a:spcAft>
              <a:buSzPts val="1400"/>
              <a:buNone/>
            </a:pPr>
            <a:r>
              <a:rPr lang="en"/>
              <a:t>  &lt;/div&gt;</a:t>
            </a:r>
            <a:endParaRPr/>
          </a:p>
          <a:p>
            <a:pPr marL="0" marR="0" lvl="0" indent="0" algn="l" rtl="0">
              <a:lnSpc>
                <a:spcPct val="115000"/>
              </a:lnSpc>
              <a:spcBef>
                <a:spcPts val="0"/>
              </a:spcBef>
              <a:spcAft>
                <a:spcPts val="0"/>
              </a:spcAft>
              <a:buSzPts val="1400"/>
              <a:buNone/>
            </a:pPr>
            <a:r>
              <a:rPr lang="en"/>
              <a:t>&lt;/div&gt;</a:t>
            </a:r>
            <a:endParaRPr/>
          </a:p>
          <a:p>
            <a:pPr marL="0" marR="0" lvl="0" indent="0" algn="l" rtl="0">
              <a:lnSpc>
                <a:spcPct val="115000"/>
              </a:lnSpc>
              <a:spcBef>
                <a:spcPts val="0"/>
              </a:spcBef>
              <a:spcAft>
                <a:spcPts val="0"/>
              </a:spcAft>
              <a:buSzPts val="1400"/>
              <a:buNone/>
            </a:pPr>
            <a:endParaRPr/>
          </a:p>
        </p:txBody>
      </p:sp>
      <p:pic>
        <p:nvPicPr>
          <p:cNvPr id="134" name="Google Shape;134;p11"/>
          <p:cNvPicPr preferRelativeResize="0"/>
          <p:nvPr/>
        </p:nvPicPr>
        <p:blipFill rotWithShape="1">
          <a:blip r:embed="rId3">
            <a:alphaModFix/>
          </a:blip>
          <a:srcRect/>
          <a:stretch/>
        </p:blipFill>
        <p:spPr>
          <a:xfrm>
            <a:off x="104775" y="3950575"/>
            <a:ext cx="8934450" cy="628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Breakpoints</a:t>
            </a:r>
            <a:endParaRPr/>
          </a:p>
        </p:txBody>
      </p:sp>
      <p:sp>
        <p:nvSpPr>
          <p:cNvPr id="140" name="Google Shape;140;p12"/>
          <p:cNvSpPr txBox="1">
            <a:spLocks noGrp="1"/>
          </p:cNvSpPr>
          <p:nvPr>
            <p:ph type="body" idx="1"/>
          </p:nvPr>
        </p:nvSpPr>
        <p:spPr>
          <a:xfrm>
            <a:off x="311700" y="1225225"/>
            <a:ext cx="3999900" cy="1848901"/>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a:t>customizable widths that determine how your responsive layout behaves across devices</a:t>
            </a:r>
            <a:endParaRPr/>
          </a:p>
          <a:p>
            <a:pPr marL="457200" lvl="0" indent="-317500" algn="l" rtl="0">
              <a:lnSpc>
                <a:spcPct val="115000"/>
              </a:lnSpc>
              <a:spcBef>
                <a:spcPts val="0"/>
              </a:spcBef>
              <a:spcAft>
                <a:spcPts val="0"/>
              </a:spcAft>
              <a:buSzPts val="1400"/>
              <a:buChar char="●"/>
            </a:pPr>
            <a:r>
              <a:rPr lang="en"/>
              <a:t>use different breakpoints to control when your layout can be adapted at a particular device size (viewport)</a:t>
            </a:r>
            <a:endParaRPr/>
          </a:p>
        </p:txBody>
      </p:sp>
      <p:sp>
        <p:nvSpPr>
          <p:cNvPr id="141" name="Google Shape;141;p1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b="1"/>
              <a:t>Example: </a:t>
            </a:r>
            <a:r>
              <a:rPr lang="en"/>
              <a:t>wk3example3.html, wk3example4.html</a:t>
            </a:r>
            <a:endParaRPr/>
          </a:p>
          <a:p>
            <a:pPr marL="457200" lvl="0" indent="-228600" algn="l" rtl="0">
              <a:lnSpc>
                <a:spcPct val="115000"/>
              </a:lnSpc>
              <a:spcBef>
                <a:spcPts val="0"/>
              </a:spcBef>
              <a:spcAft>
                <a:spcPts val="0"/>
              </a:spcAft>
              <a:buSzPts val="1400"/>
              <a:buNone/>
            </a:pPr>
            <a:endParaRPr/>
          </a:p>
          <a:p>
            <a:pPr marL="0" lvl="0" indent="0" algn="l" rtl="0">
              <a:lnSpc>
                <a:spcPct val="115000"/>
              </a:lnSpc>
              <a:spcBef>
                <a:spcPts val="1600"/>
              </a:spcBef>
              <a:spcAft>
                <a:spcPts val="0"/>
              </a:spcAft>
              <a:buSzPts val="1400"/>
              <a:buNone/>
            </a:pPr>
            <a:r>
              <a:rPr lang="en"/>
              <a:t>&lt;!– occupy 100% (fixed) width until ‘lg’ breakpoint is reached. After that, max-width is applied --&gt; </a:t>
            </a:r>
            <a:endParaRPr/>
          </a:p>
          <a:p>
            <a:pPr marL="0" lvl="0" indent="0" algn="l" rtl="0">
              <a:lnSpc>
                <a:spcPct val="115000"/>
              </a:lnSpc>
              <a:spcBef>
                <a:spcPts val="1600"/>
              </a:spcBef>
              <a:spcAft>
                <a:spcPts val="0"/>
              </a:spcAft>
              <a:buSzPts val="1400"/>
              <a:buNone/>
            </a:pPr>
            <a:r>
              <a:rPr lang="en"/>
              <a:t>&lt;div class="container-lg"&gt;</a:t>
            </a:r>
            <a:endParaRPr/>
          </a:p>
          <a:p>
            <a:pPr marL="0" lvl="0" indent="0" algn="l" rtl="0">
              <a:lnSpc>
                <a:spcPct val="115000"/>
              </a:lnSpc>
              <a:spcBef>
                <a:spcPts val="0"/>
              </a:spcBef>
              <a:spcAft>
                <a:spcPts val="0"/>
              </a:spcAft>
              <a:buSzPts val="1400"/>
              <a:buNone/>
            </a:pPr>
            <a:r>
              <a:rPr lang="en"/>
              <a:t>  content</a:t>
            </a:r>
            <a:endParaRPr/>
          </a:p>
          <a:p>
            <a:pPr marL="0" lvl="0" indent="0" algn="l" rtl="0">
              <a:lnSpc>
                <a:spcPct val="115000"/>
              </a:lnSpc>
              <a:spcBef>
                <a:spcPts val="0"/>
              </a:spcBef>
              <a:spcAft>
                <a:spcPts val="0"/>
              </a:spcAft>
              <a:buSzPts val="1400"/>
              <a:buNone/>
            </a:pPr>
            <a:r>
              <a:rPr lang="en"/>
              <a:t>&lt;/div&gt;</a:t>
            </a:r>
            <a:endParaRPr/>
          </a:p>
          <a:p>
            <a:pPr marL="457200" lvl="0" indent="-228600" algn="l" rtl="0">
              <a:lnSpc>
                <a:spcPct val="115000"/>
              </a:lnSpc>
              <a:spcBef>
                <a:spcPts val="0"/>
              </a:spcBef>
              <a:spcAft>
                <a:spcPts val="0"/>
              </a:spcAft>
              <a:buSzPts val="14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Features: Breakpoints</a:t>
            </a:r>
            <a:endParaRPr/>
          </a:p>
        </p:txBody>
      </p:sp>
      <p:sp>
        <p:nvSpPr>
          <p:cNvPr id="147" name="Google Shape;147;p1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Use </a:t>
            </a:r>
            <a:r>
              <a:rPr lang="en" b="1"/>
              <a:t>.col-sm-*</a:t>
            </a:r>
            <a:r>
              <a:rPr lang="en"/>
              <a:t> classes to create a grid system that starts out stacked and becomes horizontal after reaching the small breakpoint (sm) onwards.</a:t>
            </a:r>
            <a:endParaRPr/>
          </a:p>
          <a:p>
            <a:pPr marL="0" marR="0" lvl="0" indent="0" algn="l" rtl="0">
              <a:lnSpc>
                <a:spcPct val="100000"/>
              </a:lnSpc>
              <a:spcBef>
                <a:spcPts val="1600"/>
              </a:spcBef>
              <a:spcAft>
                <a:spcPts val="0"/>
              </a:spcAft>
              <a:buSzPts val="1400"/>
              <a:buNone/>
            </a:pPr>
            <a:endParaRPr/>
          </a:p>
          <a:p>
            <a:pPr marL="0" marR="0" lvl="0" indent="0" algn="l" rtl="0">
              <a:lnSpc>
                <a:spcPct val="100000"/>
              </a:lnSpc>
              <a:spcBef>
                <a:spcPts val="0"/>
              </a:spcBef>
              <a:spcAft>
                <a:spcPts val="0"/>
              </a:spcAft>
              <a:buSzPts val="1400"/>
              <a:buNone/>
            </a:pPr>
            <a:endParaRPr/>
          </a:p>
          <a:p>
            <a:pPr marL="0" marR="0" lvl="0" indent="0" algn="l" rtl="0">
              <a:lnSpc>
                <a:spcPct val="115000"/>
              </a:lnSpc>
              <a:spcBef>
                <a:spcPts val="0"/>
              </a:spcBef>
              <a:spcAft>
                <a:spcPts val="1600"/>
              </a:spcAft>
              <a:buSzPts val="1400"/>
              <a:buNone/>
            </a:pPr>
            <a:endParaRPr/>
          </a:p>
        </p:txBody>
      </p:sp>
      <p:sp>
        <p:nvSpPr>
          <p:cNvPr id="148" name="Google Shape;148;p13"/>
          <p:cNvSpPr txBox="1">
            <a:spLocks noGrp="1"/>
          </p:cNvSpPr>
          <p:nvPr>
            <p:ph type="body" idx="2"/>
          </p:nvPr>
        </p:nvSpPr>
        <p:spPr>
          <a:xfrm>
            <a:off x="4469950" y="1225225"/>
            <a:ext cx="43623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Example: </a:t>
            </a:r>
            <a:r>
              <a:rPr lang="en" i="1"/>
              <a:t>wk3example4.html</a:t>
            </a:r>
            <a:endParaRPr i="1"/>
          </a:p>
          <a:p>
            <a:pPr marL="0" marR="0" lvl="0" indent="0" algn="l" rtl="0">
              <a:lnSpc>
                <a:spcPct val="115000"/>
              </a:lnSpc>
              <a:spcBef>
                <a:spcPts val="1600"/>
              </a:spcBef>
              <a:spcAft>
                <a:spcPts val="0"/>
              </a:spcAft>
              <a:buSzPts val="1400"/>
              <a:buNone/>
            </a:pPr>
            <a:r>
              <a:rPr lang="en"/>
              <a:t>&lt;div class="container"&gt;</a:t>
            </a:r>
            <a:endParaRPr/>
          </a:p>
          <a:p>
            <a:pPr marL="0" marR="0" lvl="0" indent="0" algn="l" rtl="0">
              <a:lnSpc>
                <a:spcPct val="115000"/>
              </a:lnSpc>
              <a:spcBef>
                <a:spcPts val="0"/>
              </a:spcBef>
              <a:spcAft>
                <a:spcPts val="0"/>
              </a:spcAft>
              <a:buSzPts val="1400"/>
              <a:buNone/>
            </a:pPr>
            <a:r>
              <a:rPr lang="en"/>
              <a:t>  &lt;div class="row"&gt;</a:t>
            </a:r>
            <a:endParaRPr/>
          </a:p>
          <a:p>
            <a:pPr marL="0" marR="0" lvl="0" indent="0" algn="l" rtl="0">
              <a:lnSpc>
                <a:spcPct val="115000"/>
              </a:lnSpc>
              <a:spcBef>
                <a:spcPts val="0"/>
              </a:spcBef>
              <a:spcAft>
                <a:spcPts val="0"/>
              </a:spcAft>
              <a:buSzPts val="1400"/>
              <a:buNone/>
            </a:pPr>
            <a:r>
              <a:rPr lang="en"/>
              <a:t>	&lt;div class="col-sm-8"&gt;Lorem Ipsum…&lt;/div&gt;</a:t>
            </a:r>
            <a:endParaRPr/>
          </a:p>
          <a:p>
            <a:pPr marL="0" marR="0" lvl="0" indent="0" algn="l" rtl="0">
              <a:lnSpc>
                <a:spcPct val="115000"/>
              </a:lnSpc>
              <a:spcBef>
                <a:spcPts val="0"/>
              </a:spcBef>
              <a:spcAft>
                <a:spcPts val="0"/>
              </a:spcAft>
              <a:buSzPts val="1400"/>
              <a:buNone/>
            </a:pPr>
            <a:r>
              <a:rPr lang="en"/>
              <a:t>	&lt;div class="col-sm-4"&gt;Lorem Ipsum…&lt;/div&gt;</a:t>
            </a:r>
            <a:endParaRPr/>
          </a:p>
          <a:p>
            <a:pPr marL="0" marR="0" lvl="0" indent="0" algn="l" rtl="0">
              <a:lnSpc>
                <a:spcPct val="115000"/>
              </a:lnSpc>
              <a:spcBef>
                <a:spcPts val="0"/>
              </a:spcBef>
              <a:spcAft>
                <a:spcPts val="0"/>
              </a:spcAft>
              <a:buSzPts val="1400"/>
              <a:buNone/>
            </a:pPr>
            <a:r>
              <a:rPr lang="en"/>
              <a:t>  &lt;/div&gt;</a:t>
            </a:r>
            <a:endParaRPr/>
          </a:p>
          <a:p>
            <a:pPr marL="0" marR="0" lvl="0" indent="0" algn="l" rtl="0">
              <a:lnSpc>
                <a:spcPct val="115000"/>
              </a:lnSpc>
              <a:spcBef>
                <a:spcPts val="0"/>
              </a:spcBef>
              <a:spcAft>
                <a:spcPts val="0"/>
              </a:spcAft>
              <a:buSzPts val="1400"/>
              <a:buNone/>
            </a:pPr>
            <a:r>
              <a:rPr lang="en"/>
              <a:t>&lt;/div&gt;</a:t>
            </a:r>
            <a:endParaRPr/>
          </a:p>
          <a:p>
            <a:pPr marL="0" marR="0" lvl="0" indent="0" algn="l" rtl="0">
              <a:lnSpc>
                <a:spcPct val="115000"/>
              </a:lnSpc>
              <a:spcBef>
                <a:spcPts val="0"/>
              </a:spcBef>
              <a:spcAft>
                <a:spcPts val="0"/>
              </a:spcAft>
              <a:buSzPts val="1400"/>
              <a:buNone/>
            </a:pPr>
            <a:endParaRPr/>
          </a:p>
        </p:txBody>
      </p:sp>
      <p:pic>
        <p:nvPicPr>
          <p:cNvPr id="149" name="Google Shape;149;p13"/>
          <p:cNvPicPr preferRelativeResize="0"/>
          <p:nvPr/>
        </p:nvPicPr>
        <p:blipFill rotWithShape="1">
          <a:blip r:embed="rId3">
            <a:alphaModFix/>
          </a:blip>
          <a:srcRect/>
          <a:stretch/>
        </p:blipFill>
        <p:spPr>
          <a:xfrm>
            <a:off x="849550" y="3551475"/>
            <a:ext cx="2924175" cy="857250"/>
          </a:xfrm>
          <a:prstGeom prst="rect">
            <a:avLst/>
          </a:prstGeom>
          <a:noFill/>
          <a:ln>
            <a:noFill/>
          </a:ln>
        </p:spPr>
      </p:pic>
      <p:pic>
        <p:nvPicPr>
          <p:cNvPr id="150" name="Google Shape;150;p13"/>
          <p:cNvPicPr preferRelativeResize="0"/>
          <p:nvPr/>
        </p:nvPicPr>
        <p:blipFill rotWithShape="1">
          <a:blip r:embed="rId4">
            <a:alphaModFix/>
          </a:blip>
          <a:srcRect/>
          <a:stretch/>
        </p:blipFill>
        <p:spPr>
          <a:xfrm>
            <a:off x="4469938" y="3465738"/>
            <a:ext cx="4124325" cy="942975"/>
          </a:xfrm>
          <a:prstGeom prst="rect">
            <a:avLst/>
          </a:prstGeom>
          <a:noFill/>
          <a:ln>
            <a:noFill/>
          </a:ln>
        </p:spPr>
      </p:pic>
      <p:pic>
        <p:nvPicPr>
          <p:cNvPr id="151" name="Google Shape;151;p13"/>
          <p:cNvPicPr preferRelativeResize="0"/>
          <p:nvPr/>
        </p:nvPicPr>
        <p:blipFill rotWithShape="1">
          <a:blip r:embed="rId5">
            <a:alphaModFix/>
          </a:blip>
          <a:srcRect/>
          <a:stretch/>
        </p:blipFill>
        <p:spPr>
          <a:xfrm>
            <a:off x="3862363" y="3807500"/>
            <a:ext cx="518950" cy="259475"/>
          </a:xfrm>
          <a:prstGeom prst="rect">
            <a:avLst/>
          </a:prstGeom>
          <a:noFill/>
          <a:ln>
            <a:noFill/>
          </a:ln>
        </p:spPr>
      </p:pic>
      <p:sp>
        <p:nvSpPr>
          <p:cNvPr id="152" name="Google Shape;152;p13"/>
          <p:cNvSpPr/>
          <p:nvPr/>
        </p:nvSpPr>
        <p:spPr>
          <a:xfrm>
            <a:off x="4541775" y="4503025"/>
            <a:ext cx="3999900" cy="396000"/>
          </a:xfrm>
          <a:prstGeom prst="wedgeRoundRectCallout">
            <a:avLst>
              <a:gd name="adj1" fmla="val 35375"/>
              <a:gd name="adj2" fmla="val 68918"/>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 larger (than sm breakpoint) screen width</a:t>
            </a:r>
            <a:endParaRPr sz="1400" b="0" i="0" u="none" strike="noStrike" cap="none">
              <a:solidFill>
                <a:srgbClr val="000000"/>
              </a:solidFill>
              <a:latin typeface="Arial"/>
              <a:ea typeface="Arial"/>
              <a:cs typeface="Arial"/>
              <a:sym typeface="Arial"/>
            </a:endParaRPr>
          </a:p>
        </p:txBody>
      </p:sp>
      <p:sp>
        <p:nvSpPr>
          <p:cNvPr id="153" name="Google Shape;153;p13"/>
          <p:cNvSpPr/>
          <p:nvPr/>
        </p:nvSpPr>
        <p:spPr>
          <a:xfrm>
            <a:off x="381425" y="4503025"/>
            <a:ext cx="3999900" cy="396000"/>
          </a:xfrm>
          <a:prstGeom prst="wedgeRoundRectCallout">
            <a:avLst>
              <a:gd name="adj1" fmla="val -36573"/>
              <a:gd name="adj2" fmla="val 76944"/>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 small screen width</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Grid Content Alignment</a:t>
            </a:r>
            <a:endParaRPr/>
          </a:p>
        </p:txBody>
      </p:sp>
      <p:sp>
        <p:nvSpPr>
          <p:cNvPr id="159" name="Google Shape;159;p1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a:t>Place content in the center:</a:t>
            </a:r>
            <a:endParaRPr b="1"/>
          </a:p>
          <a:p>
            <a:pPr marL="0" marR="0" lvl="0" indent="0" algn="l" rtl="0">
              <a:lnSpc>
                <a:spcPct val="115000"/>
              </a:lnSpc>
              <a:spcBef>
                <a:spcPts val="1600"/>
              </a:spcBef>
              <a:spcAft>
                <a:spcPts val="0"/>
              </a:spcAft>
              <a:buSzPts val="1400"/>
              <a:buNone/>
            </a:pPr>
            <a:r>
              <a:rPr lang="en"/>
              <a:t>&lt;div class=“row justify-content-center”&gt;</a:t>
            </a:r>
            <a:endParaRPr/>
          </a:p>
          <a:p>
            <a:pPr marL="0" marR="0" lvl="0" indent="0" algn="l" rtl="0">
              <a:lnSpc>
                <a:spcPct val="115000"/>
              </a:lnSpc>
              <a:spcBef>
                <a:spcPts val="1600"/>
              </a:spcBef>
              <a:spcAft>
                <a:spcPts val="0"/>
              </a:spcAft>
              <a:buSzPts val="1400"/>
              <a:buNone/>
            </a:pPr>
            <a:r>
              <a:rPr lang="en" b="1"/>
              <a:t>Place content at the end:</a:t>
            </a:r>
            <a:endParaRPr b="1"/>
          </a:p>
          <a:p>
            <a:pPr marL="0" marR="0" lvl="0" indent="0" algn="l" rtl="0">
              <a:lnSpc>
                <a:spcPct val="115000"/>
              </a:lnSpc>
              <a:spcBef>
                <a:spcPts val="1600"/>
              </a:spcBef>
              <a:spcAft>
                <a:spcPts val="0"/>
              </a:spcAft>
              <a:buSzPts val="1400"/>
              <a:buNone/>
            </a:pPr>
            <a:r>
              <a:rPr lang="en"/>
              <a:t>&lt;div class=“row justify-content-end”&gt;</a:t>
            </a:r>
            <a:endParaRPr/>
          </a:p>
          <a:p>
            <a:pPr marL="0" marR="0" lvl="0" indent="0" algn="l" rtl="0">
              <a:lnSpc>
                <a:spcPct val="115000"/>
              </a:lnSpc>
              <a:spcBef>
                <a:spcPts val="1600"/>
              </a:spcBef>
              <a:spcAft>
                <a:spcPts val="1600"/>
              </a:spcAft>
              <a:buSzPts val="1400"/>
              <a:buNone/>
            </a:pPr>
            <a:endParaRPr/>
          </a:p>
        </p:txBody>
      </p:sp>
      <p:sp>
        <p:nvSpPr>
          <p:cNvPr id="160" name="Google Shape;160;p1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a:t>Place empty space equally around the content:</a:t>
            </a:r>
            <a:endParaRPr b="1"/>
          </a:p>
          <a:p>
            <a:pPr marL="0" lvl="0" indent="0" algn="l" rtl="0">
              <a:lnSpc>
                <a:spcPct val="115000"/>
              </a:lnSpc>
              <a:spcBef>
                <a:spcPts val="1600"/>
              </a:spcBef>
              <a:spcAft>
                <a:spcPts val="0"/>
              </a:spcAft>
              <a:buClr>
                <a:schemeClr val="dk1"/>
              </a:buClr>
              <a:buSzPts val="1100"/>
              <a:buFont typeface="Arial"/>
              <a:buNone/>
            </a:pPr>
            <a:r>
              <a:rPr lang="en"/>
              <a:t>&lt;div class=“row justify-content-around”&gt;</a:t>
            </a:r>
            <a:endParaRPr/>
          </a:p>
          <a:p>
            <a:pPr marL="0" lvl="0" indent="0" algn="l" rtl="0">
              <a:lnSpc>
                <a:spcPct val="115000"/>
              </a:lnSpc>
              <a:spcBef>
                <a:spcPts val="1600"/>
              </a:spcBef>
              <a:spcAft>
                <a:spcPts val="0"/>
              </a:spcAft>
              <a:buClr>
                <a:schemeClr val="dk1"/>
              </a:buClr>
              <a:buSzPts val="1100"/>
              <a:buFont typeface="Arial"/>
              <a:buNone/>
            </a:pPr>
            <a:r>
              <a:rPr lang="en" b="1"/>
              <a:t>Empty space in between the content:</a:t>
            </a:r>
            <a:endParaRPr b="1"/>
          </a:p>
          <a:p>
            <a:pPr marL="0" lvl="0" indent="0" algn="l" rtl="0">
              <a:lnSpc>
                <a:spcPct val="115000"/>
              </a:lnSpc>
              <a:spcBef>
                <a:spcPts val="1600"/>
              </a:spcBef>
              <a:spcAft>
                <a:spcPts val="1600"/>
              </a:spcAft>
              <a:buSzPts val="1400"/>
              <a:buNone/>
            </a:pPr>
            <a:r>
              <a:rPr lang="en"/>
              <a:t>&lt;div class=“row justify-content-between”&gt;</a:t>
            </a:r>
            <a:endParaRPr b="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1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2</a:t>
            </a:r>
            <a:endParaRPr/>
          </a:p>
        </p:txBody>
      </p:sp>
      <p:sp>
        <p:nvSpPr>
          <p:cNvPr id="166" name="Google Shape;166;p1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dirty="0"/>
              <a:t>Given ex2.html,</a:t>
            </a:r>
            <a:endParaRPr dirty="0"/>
          </a:p>
          <a:p>
            <a:pPr marL="457200" marR="0" lvl="0" indent="-342900" algn="l" rtl="0">
              <a:lnSpc>
                <a:spcPct val="115000"/>
              </a:lnSpc>
              <a:spcBef>
                <a:spcPts val="0"/>
              </a:spcBef>
              <a:spcAft>
                <a:spcPts val="0"/>
              </a:spcAft>
              <a:buSzPts val="1800"/>
              <a:buChar char="●"/>
            </a:pPr>
            <a:r>
              <a:rPr lang="en" dirty="0"/>
              <a:t>referring to the various grid layouts based on the examples given in </a:t>
            </a:r>
            <a:r>
              <a:rPr lang="en-SG" dirty="0">
                <a:hlinkClick r:id="rId3"/>
              </a:rPr>
              <a:t>https://getbootstrap.com/docs/5.3/layout/grid/</a:t>
            </a:r>
            <a:endParaRPr lang="en-SG" dirty="0"/>
          </a:p>
          <a:p>
            <a:pPr marL="457200" marR="0" lvl="0" indent="-342900" algn="l" rtl="0">
              <a:lnSpc>
                <a:spcPct val="115000"/>
              </a:lnSpc>
              <a:spcBef>
                <a:spcPts val="0"/>
              </a:spcBef>
              <a:spcAft>
                <a:spcPts val="0"/>
              </a:spcAft>
              <a:buSzPts val="1800"/>
              <a:buChar char="●"/>
            </a:pPr>
            <a:r>
              <a:rPr lang="en" dirty="0"/>
              <a:t>create a grid that looks similar to the one shown below.</a:t>
            </a:r>
            <a:endParaRPr dirty="0"/>
          </a:p>
          <a:p>
            <a:pPr marL="457200" marR="0" lvl="0" indent="-342900" algn="l" rtl="0">
              <a:lnSpc>
                <a:spcPct val="115000"/>
              </a:lnSpc>
              <a:spcBef>
                <a:spcPts val="0"/>
              </a:spcBef>
              <a:spcAft>
                <a:spcPts val="0"/>
              </a:spcAft>
              <a:buSzPts val="1800"/>
              <a:buChar char="●"/>
            </a:pPr>
            <a:r>
              <a:rPr lang="en" dirty="0"/>
              <a:t>use class .container-fluid to span across the whole browser width.</a:t>
            </a:r>
            <a:endParaRPr dirty="0"/>
          </a:p>
          <a:p>
            <a:pPr marL="0" lvl="0" indent="0" algn="l" rtl="0">
              <a:lnSpc>
                <a:spcPct val="115000"/>
              </a:lnSpc>
              <a:spcBef>
                <a:spcPts val="0"/>
              </a:spcBef>
              <a:spcAft>
                <a:spcPts val="0"/>
              </a:spcAft>
              <a:buSzPts val="1800"/>
              <a:buNone/>
            </a:pPr>
            <a:endParaRPr b="1" dirty="0"/>
          </a:p>
          <a:p>
            <a:pPr marL="0" lvl="0" indent="0" algn="l" rtl="0">
              <a:lnSpc>
                <a:spcPct val="115000"/>
              </a:lnSpc>
              <a:spcBef>
                <a:spcPts val="1600"/>
              </a:spcBef>
              <a:spcAft>
                <a:spcPts val="1600"/>
              </a:spcAft>
              <a:buSzPts val="1800"/>
              <a:buNone/>
            </a:pPr>
            <a:endParaRPr dirty="0"/>
          </a:p>
        </p:txBody>
      </p:sp>
      <p:pic>
        <p:nvPicPr>
          <p:cNvPr id="167" name="Google Shape;167;p15"/>
          <p:cNvPicPr preferRelativeResize="0"/>
          <p:nvPr/>
        </p:nvPicPr>
        <p:blipFill rotWithShape="1">
          <a:blip r:embed="rId4">
            <a:alphaModFix/>
          </a:blip>
          <a:srcRect/>
          <a:stretch/>
        </p:blipFill>
        <p:spPr>
          <a:xfrm>
            <a:off x="190500" y="3047663"/>
            <a:ext cx="8763000" cy="13430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Text</a:t>
            </a:r>
            <a:endParaRPr/>
          </a:p>
        </p:txBody>
      </p:sp>
      <p:sp>
        <p:nvSpPr>
          <p:cNvPr id="173" name="Google Shape;173;p16"/>
          <p:cNvSpPr txBox="1">
            <a:spLocks noGrp="1"/>
          </p:cNvSpPr>
          <p:nvPr>
            <p:ph type="body" idx="1"/>
          </p:nvPr>
        </p:nvSpPr>
        <p:spPr>
          <a:xfrm>
            <a:off x="311700" y="1225225"/>
            <a:ext cx="435936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Use </a:t>
            </a:r>
            <a:r>
              <a:rPr lang="en" i="1" dirty="0"/>
              <a:t>text-center</a:t>
            </a:r>
            <a:r>
              <a:rPr lang="en" dirty="0"/>
              <a:t>, </a:t>
            </a:r>
            <a:r>
              <a:rPr lang="en" i="1" dirty="0"/>
              <a:t>text-end </a:t>
            </a:r>
            <a:r>
              <a:rPr lang="en" dirty="0"/>
              <a:t>classes to change the alignment of your text</a:t>
            </a:r>
            <a:endParaRPr dirty="0"/>
          </a:p>
          <a:p>
            <a:pPr marL="0" marR="0" lvl="0" indent="0" algn="l" rtl="0">
              <a:lnSpc>
                <a:spcPct val="115000"/>
              </a:lnSpc>
              <a:spcBef>
                <a:spcPts val="1600"/>
              </a:spcBef>
              <a:spcAft>
                <a:spcPts val="0"/>
              </a:spcAft>
              <a:buSzPts val="1400"/>
              <a:buNone/>
            </a:pPr>
            <a:r>
              <a:rPr lang="en" dirty="0"/>
              <a:t>Use </a:t>
            </a:r>
            <a:r>
              <a:rPr lang="en" i="1" dirty="0"/>
              <a:t>lead</a:t>
            </a:r>
            <a:r>
              <a:rPr lang="en" dirty="0"/>
              <a:t> class to make your paragraph stand out</a:t>
            </a:r>
            <a:endParaRPr dirty="0"/>
          </a:p>
          <a:p>
            <a:pPr marL="0" marR="0" lvl="0" indent="0" algn="l" rtl="0">
              <a:lnSpc>
                <a:spcPct val="115000"/>
              </a:lnSpc>
              <a:spcBef>
                <a:spcPts val="1600"/>
              </a:spcBef>
              <a:spcAft>
                <a:spcPts val="0"/>
              </a:spcAft>
              <a:buSzPts val="1400"/>
              <a:buNone/>
            </a:pPr>
            <a:r>
              <a:rPr lang="en" dirty="0"/>
              <a:t>Use </a:t>
            </a:r>
            <a:r>
              <a:rPr lang="en" i="1" dirty="0"/>
              <a:t>mark</a:t>
            </a:r>
            <a:r>
              <a:rPr lang="en" dirty="0"/>
              <a:t> class to highlight the text</a:t>
            </a:r>
            <a:endParaRPr dirty="0"/>
          </a:p>
          <a:p>
            <a:pPr marL="0" lvl="0" indent="0" algn="l" rtl="0">
              <a:lnSpc>
                <a:spcPct val="115000"/>
              </a:lnSpc>
              <a:spcBef>
                <a:spcPts val="0"/>
              </a:spcBef>
              <a:spcAft>
                <a:spcPts val="0"/>
              </a:spcAft>
              <a:buSzPts val="1400"/>
              <a:buNone/>
            </a:pPr>
            <a:endParaRPr dirty="0">
              <a:latin typeface="Arial"/>
              <a:ea typeface="Arial"/>
              <a:cs typeface="Arial"/>
              <a:sym typeface="Arial"/>
            </a:endParaRPr>
          </a:p>
          <a:p>
            <a:pPr marL="0" marR="0" lvl="0" indent="0" algn="l" rtl="0">
              <a:lnSpc>
                <a:spcPct val="115000"/>
              </a:lnSpc>
              <a:spcBef>
                <a:spcPts val="0"/>
              </a:spcBef>
              <a:spcAft>
                <a:spcPts val="1600"/>
              </a:spcAft>
              <a:buSzPts val="1400"/>
              <a:buNone/>
            </a:pPr>
            <a:r>
              <a:rPr lang="en-SG" dirty="0">
                <a:hlinkClick r:id="rId3"/>
              </a:rPr>
              <a:t>https://getbootstrap.com/docs/5.3/utilities/text/</a:t>
            </a:r>
            <a:endParaRPr lang="en-SG" dirty="0"/>
          </a:p>
          <a:p>
            <a:pPr marL="0" marR="0" lvl="0" indent="0" algn="l" rtl="0">
              <a:lnSpc>
                <a:spcPct val="115000"/>
              </a:lnSpc>
              <a:spcBef>
                <a:spcPts val="0"/>
              </a:spcBef>
              <a:spcAft>
                <a:spcPts val="1600"/>
              </a:spcAft>
              <a:buSzPts val="1400"/>
              <a:buNone/>
            </a:pPr>
            <a:endParaRPr dirty="0"/>
          </a:p>
        </p:txBody>
      </p:sp>
      <p:sp>
        <p:nvSpPr>
          <p:cNvPr id="174" name="Google Shape;174;p1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endParaRPr b="1"/>
          </a:p>
          <a:p>
            <a:pPr marL="0" lvl="0" indent="0" algn="l" rtl="0">
              <a:lnSpc>
                <a:spcPct val="115000"/>
              </a:lnSpc>
              <a:spcBef>
                <a:spcPts val="1600"/>
              </a:spcBef>
              <a:spcAft>
                <a:spcPts val="0"/>
              </a:spcAft>
              <a:buSzPts val="1400"/>
              <a:buNone/>
            </a:pPr>
            <a:r>
              <a:rPr lang="en" i="1"/>
              <a:t>wk3example5.html</a:t>
            </a:r>
            <a:r>
              <a:rPr lang="en" b="1"/>
              <a:t> </a:t>
            </a:r>
            <a:endParaRPr b="1"/>
          </a:p>
          <a:p>
            <a:pPr marL="0" marR="0" lvl="0" indent="0" algn="l" rtl="0">
              <a:lnSpc>
                <a:spcPct val="115000"/>
              </a:lnSpc>
              <a:spcBef>
                <a:spcPts val="1600"/>
              </a:spcBef>
              <a:spcAft>
                <a:spcPts val="0"/>
              </a:spcAft>
              <a:buSzPts val="1400"/>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1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List</a:t>
            </a:r>
            <a:endParaRPr/>
          </a:p>
        </p:txBody>
      </p:sp>
      <p:sp>
        <p:nvSpPr>
          <p:cNvPr id="180" name="Google Shape;180;p17"/>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dirty="0"/>
              <a:t>Use </a:t>
            </a:r>
            <a:r>
              <a:rPr lang="en" i="1" dirty="0"/>
              <a:t>list-</a:t>
            </a:r>
            <a:r>
              <a:rPr lang="en" i="1" dirty="0" err="1"/>
              <a:t>unstyled</a:t>
            </a:r>
            <a:r>
              <a:rPr lang="en" dirty="0"/>
              <a:t> class to remove the bullet points</a:t>
            </a:r>
          </a:p>
          <a:p>
            <a:pPr marL="0" lvl="0" indent="0" algn="l" rtl="0">
              <a:lnSpc>
                <a:spcPct val="115000"/>
              </a:lnSpc>
              <a:spcBef>
                <a:spcPts val="0"/>
              </a:spcBef>
              <a:spcAft>
                <a:spcPts val="0"/>
              </a:spcAft>
              <a:buSzPts val="1400"/>
              <a:buNone/>
            </a:pPr>
            <a:endParaRPr lang="en" dirty="0"/>
          </a:p>
          <a:p>
            <a:pPr marL="0" lvl="0" indent="0" algn="l" rtl="0">
              <a:lnSpc>
                <a:spcPct val="115000"/>
              </a:lnSpc>
              <a:spcBef>
                <a:spcPts val="0"/>
              </a:spcBef>
              <a:spcAft>
                <a:spcPts val="0"/>
              </a:spcAft>
              <a:buSzPts val="1400"/>
              <a:buNone/>
            </a:pPr>
            <a:endParaRPr lang="en" dirty="0"/>
          </a:p>
          <a:p>
            <a:pPr marL="0" lvl="0" indent="0" algn="l" rtl="0">
              <a:lnSpc>
                <a:spcPct val="115000"/>
              </a:lnSpc>
              <a:spcBef>
                <a:spcPts val="0"/>
              </a:spcBef>
              <a:spcAft>
                <a:spcPts val="0"/>
              </a:spcAft>
              <a:buSzPts val="1400"/>
              <a:buNone/>
            </a:pPr>
            <a:endParaRPr lang="en-US" dirty="0"/>
          </a:p>
          <a:p>
            <a:pPr marL="0" lvl="0" indent="0" algn="l" rtl="0">
              <a:lnSpc>
                <a:spcPct val="115000"/>
              </a:lnSpc>
              <a:spcBef>
                <a:spcPts val="0"/>
              </a:spcBef>
              <a:spcAft>
                <a:spcPts val="0"/>
              </a:spcAft>
              <a:buSzPts val="1400"/>
              <a:buNone/>
            </a:pPr>
            <a:endParaRPr lang="en-US" dirty="0"/>
          </a:p>
          <a:p>
            <a:pPr marL="0" lvl="0" indent="0" algn="l" rtl="0">
              <a:lnSpc>
                <a:spcPct val="115000"/>
              </a:lnSpc>
              <a:spcBef>
                <a:spcPts val="0"/>
              </a:spcBef>
              <a:spcAft>
                <a:spcPts val="0"/>
              </a:spcAft>
              <a:buSzPts val="1400"/>
              <a:buNone/>
            </a:pPr>
            <a:endParaRPr dirty="0"/>
          </a:p>
          <a:p>
            <a:pPr marL="0" marR="0" lvl="0" indent="0" algn="l" rtl="0">
              <a:lnSpc>
                <a:spcPct val="115000"/>
              </a:lnSpc>
              <a:spcBef>
                <a:spcPts val="1600"/>
              </a:spcBef>
              <a:spcAft>
                <a:spcPts val="0"/>
              </a:spcAft>
              <a:buSzPts val="1400"/>
              <a:buNone/>
            </a:pPr>
            <a:r>
              <a:rPr lang="en" dirty="0"/>
              <a:t>Use </a:t>
            </a:r>
            <a:r>
              <a:rPr lang="en" i="1" dirty="0"/>
              <a:t>list-inline</a:t>
            </a:r>
            <a:r>
              <a:rPr lang="en" dirty="0"/>
              <a:t> and </a:t>
            </a:r>
            <a:r>
              <a:rPr lang="en" i="1" dirty="0"/>
              <a:t>list-inline-item</a:t>
            </a:r>
            <a:r>
              <a:rPr lang="en" dirty="0"/>
              <a:t> classes to make the list inline</a:t>
            </a:r>
            <a:endParaRPr dirty="0"/>
          </a:p>
          <a:p>
            <a:pPr marL="0" lvl="0" indent="0" algn="l" rtl="0">
              <a:lnSpc>
                <a:spcPct val="115000"/>
              </a:lnSpc>
              <a:spcBef>
                <a:spcPts val="1600"/>
              </a:spcBef>
              <a:spcAft>
                <a:spcPts val="1600"/>
              </a:spcAft>
              <a:buSzPts val="1400"/>
              <a:buNone/>
            </a:pPr>
            <a:endParaRPr dirty="0"/>
          </a:p>
        </p:txBody>
      </p:sp>
      <p:sp>
        <p:nvSpPr>
          <p:cNvPr id="181" name="Google Shape;181;p17"/>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Example</a:t>
            </a:r>
            <a:endParaRPr b="1" dirty="0"/>
          </a:p>
          <a:p>
            <a:pPr marL="0" marR="0" lvl="0" indent="0" algn="l" rtl="0">
              <a:lnSpc>
                <a:spcPct val="115000"/>
              </a:lnSpc>
              <a:spcBef>
                <a:spcPts val="0"/>
              </a:spcBef>
              <a:spcAft>
                <a:spcPts val="0"/>
              </a:spcAft>
              <a:buSzPts val="1400"/>
              <a:buNone/>
            </a:pPr>
            <a:endParaRPr b="1" dirty="0"/>
          </a:p>
          <a:p>
            <a:pPr marL="0" marR="0" lvl="0" indent="0" algn="l" rtl="0">
              <a:lnSpc>
                <a:spcPct val="115000"/>
              </a:lnSpc>
              <a:spcBef>
                <a:spcPts val="0"/>
              </a:spcBef>
              <a:spcAft>
                <a:spcPts val="0"/>
              </a:spcAft>
              <a:buSzPts val="1400"/>
              <a:buNone/>
            </a:pPr>
            <a:r>
              <a:rPr lang="en" i="1" dirty="0"/>
              <a:t>wk3example6.html</a:t>
            </a:r>
            <a:r>
              <a:rPr lang="en" dirty="0"/>
              <a:t> </a:t>
            </a:r>
            <a:endParaRPr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endParaRPr dirty="0"/>
          </a:p>
        </p:txBody>
      </p:sp>
      <p:pic>
        <p:nvPicPr>
          <p:cNvPr id="3" name="Picture 2" descr="Graphical user interface, text, application&#10;&#10;Description automatically generated">
            <a:extLst>
              <a:ext uri="{FF2B5EF4-FFF2-40B4-BE49-F238E27FC236}">
                <a16:creationId xmlns:a16="http://schemas.microsoft.com/office/drawing/2014/main" id="{C632E701-FC01-71F6-64FF-BFDCEB8FF212}"/>
              </a:ext>
            </a:extLst>
          </p:cNvPr>
          <p:cNvPicPr>
            <a:picLocks noChangeAspect="1"/>
          </p:cNvPicPr>
          <p:nvPr/>
        </p:nvPicPr>
        <p:blipFill>
          <a:blip r:embed="rId3"/>
          <a:stretch>
            <a:fillRect/>
          </a:stretch>
        </p:blipFill>
        <p:spPr>
          <a:xfrm>
            <a:off x="1242785" y="1819729"/>
            <a:ext cx="1892300" cy="577850"/>
          </a:xfrm>
          <a:prstGeom prst="rect">
            <a:avLst/>
          </a:prstGeom>
        </p:spPr>
      </p:pic>
      <p:pic>
        <p:nvPicPr>
          <p:cNvPr id="5" name="Picture 4">
            <a:extLst>
              <a:ext uri="{FF2B5EF4-FFF2-40B4-BE49-F238E27FC236}">
                <a16:creationId xmlns:a16="http://schemas.microsoft.com/office/drawing/2014/main" id="{CD0D2ADF-8305-DDD2-8B4E-35B71E171F43}"/>
              </a:ext>
            </a:extLst>
          </p:cNvPr>
          <p:cNvPicPr>
            <a:picLocks noChangeAspect="1"/>
          </p:cNvPicPr>
          <p:nvPr/>
        </p:nvPicPr>
        <p:blipFill>
          <a:blip r:embed="rId4"/>
          <a:stretch>
            <a:fillRect/>
          </a:stretch>
        </p:blipFill>
        <p:spPr>
          <a:xfrm>
            <a:off x="1116643" y="3899225"/>
            <a:ext cx="3218543" cy="26319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1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Image</a:t>
            </a:r>
            <a:endParaRPr/>
          </a:p>
        </p:txBody>
      </p:sp>
      <p:sp>
        <p:nvSpPr>
          <p:cNvPr id="187" name="Google Shape;187;p18"/>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Make the image responsive (to browser width and resizing) by using </a:t>
            </a:r>
            <a:r>
              <a:rPr lang="en" i="1"/>
              <a:t>img-fluid</a:t>
            </a:r>
            <a:r>
              <a:rPr lang="en"/>
              <a:t> class and height: auto</a:t>
            </a:r>
            <a:endParaRPr/>
          </a:p>
          <a:p>
            <a:pPr marL="0" marR="0" lvl="0" indent="0" algn="l" rtl="0">
              <a:lnSpc>
                <a:spcPct val="115000"/>
              </a:lnSpc>
              <a:spcBef>
                <a:spcPts val="1600"/>
              </a:spcBef>
              <a:spcAft>
                <a:spcPts val="0"/>
              </a:spcAft>
              <a:buSzPts val="1400"/>
              <a:buNone/>
            </a:pPr>
            <a:r>
              <a:rPr lang="en"/>
              <a:t>Use </a:t>
            </a:r>
            <a:r>
              <a:rPr lang="en" i="1"/>
              <a:t>float-start</a:t>
            </a:r>
            <a:r>
              <a:rPr lang="en"/>
              <a:t>, </a:t>
            </a:r>
            <a:r>
              <a:rPr lang="en" i="1"/>
              <a:t>float-end</a:t>
            </a:r>
            <a:r>
              <a:rPr lang="en"/>
              <a:t> classes to align the images</a:t>
            </a:r>
            <a:endParaRPr/>
          </a:p>
          <a:p>
            <a:pPr marL="0" marR="0" lvl="0" indent="0" algn="l" rtl="0">
              <a:lnSpc>
                <a:spcPct val="115000"/>
              </a:lnSpc>
              <a:spcBef>
                <a:spcPts val="1600"/>
              </a:spcBef>
              <a:spcAft>
                <a:spcPts val="1600"/>
              </a:spcAft>
              <a:buSzPts val="1400"/>
              <a:buNone/>
            </a:pPr>
            <a:endParaRPr/>
          </a:p>
        </p:txBody>
      </p:sp>
      <p:sp>
        <p:nvSpPr>
          <p:cNvPr id="188" name="Google Shape;188;p18"/>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Examples: </a:t>
            </a:r>
            <a:r>
              <a:rPr lang="en" i="1"/>
              <a:t>wk3example7.html</a:t>
            </a:r>
            <a:endParaRPr i="1"/>
          </a:p>
          <a:p>
            <a:pPr marL="0" marR="0" lvl="0" indent="0" algn="l" rtl="0">
              <a:lnSpc>
                <a:spcPct val="115000"/>
              </a:lnSpc>
              <a:spcBef>
                <a:spcPts val="1600"/>
              </a:spcBef>
              <a:spcAft>
                <a:spcPts val="0"/>
              </a:spcAft>
              <a:buSzPts val="1400"/>
              <a:buNone/>
            </a:pPr>
            <a:r>
              <a:rPr lang="en"/>
              <a:t>&lt;img src="..." class="img-fluid" height="auto"&gt;</a:t>
            </a:r>
            <a:endParaRPr/>
          </a:p>
          <a:p>
            <a:pPr marL="0" marR="0" lvl="0" indent="0" algn="l" rtl="0">
              <a:lnSpc>
                <a:spcPct val="115000"/>
              </a:lnSpc>
              <a:spcBef>
                <a:spcPts val="1600"/>
              </a:spcBef>
              <a:spcAft>
                <a:spcPts val="0"/>
              </a:spcAft>
              <a:buSzPts val="1400"/>
              <a:buNone/>
            </a:pPr>
            <a:r>
              <a:rPr lang="en"/>
              <a:t>&lt;img src="img1.png" class="img-fluid float-end" height="auto" &gt;</a:t>
            </a:r>
            <a:endParaRPr/>
          </a:p>
          <a:p>
            <a:pPr marL="0" marR="0" lvl="0" indent="0" algn="l" rtl="0">
              <a:lnSpc>
                <a:spcPct val="115000"/>
              </a:lnSpc>
              <a:spcBef>
                <a:spcPts val="1600"/>
              </a:spcBef>
              <a:spcAft>
                <a:spcPts val="0"/>
              </a:spcAft>
              <a:buSzPts val="1400"/>
              <a:buNone/>
            </a:pPr>
            <a:r>
              <a:rPr lang="en"/>
              <a:t>&lt;img src="img2.png" class="img-fluid float-end" height="auto" &gt;</a:t>
            </a:r>
            <a:endParaRPr/>
          </a:p>
          <a:p>
            <a:pPr marL="0" marR="0" lvl="0" indent="0" algn="l" rtl="0">
              <a:lnSpc>
                <a:spcPct val="115000"/>
              </a:lnSpc>
              <a:spcBef>
                <a:spcPts val="1600"/>
              </a:spcBef>
              <a:spcAft>
                <a:spcPts val="1600"/>
              </a:spcAft>
              <a:buSzPts val="1400"/>
              <a:buNone/>
            </a:pPr>
            <a:endParaRPr/>
          </a:p>
        </p:txBody>
      </p:sp>
      <p:pic>
        <p:nvPicPr>
          <p:cNvPr id="189" name="Google Shape;189;p18"/>
          <p:cNvPicPr preferRelativeResize="0"/>
          <p:nvPr/>
        </p:nvPicPr>
        <p:blipFill rotWithShape="1">
          <a:blip r:embed="rId3">
            <a:alphaModFix/>
          </a:blip>
          <a:srcRect/>
          <a:stretch/>
        </p:blipFill>
        <p:spPr>
          <a:xfrm>
            <a:off x="4102023" y="3565650"/>
            <a:ext cx="4613850" cy="1409800"/>
          </a:xfrm>
          <a:prstGeom prst="rect">
            <a:avLst/>
          </a:prstGeom>
          <a:noFill/>
          <a:ln>
            <a:noFill/>
          </a:ln>
        </p:spPr>
      </p:pic>
      <p:sp>
        <p:nvSpPr>
          <p:cNvPr id="190" name="Google Shape;190;p18"/>
          <p:cNvSpPr/>
          <p:nvPr/>
        </p:nvSpPr>
        <p:spPr>
          <a:xfrm>
            <a:off x="311700" y="4087225"/>
            <a:ext cx="3245400" cy="566400"/>
          </a:xfrm>
          <a:prstGeom prst="wedgeRoundRectCallout">
            <a:avLst>
              <a:gd name="adj1" fmla="val -44511"/>
              <a:gd name="adj2" fmla="val 79732"/>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Resize the browser to see the effect.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Utilities: Spacing</a:t>
            </a:r>
            <a:endParaRPr/>
          </a:p>
        </p:txBody>
      </p:sp>
      <p:sp>
        <p:nvSpPr>
          <p:cNvPr id="196" name="Google Shape;196;p19"/>
          <p:cNvSpPr txBox="1">
            <a:spLocks noGrp="1"/>
          </p:cNvSpPr>
          <p:nvPr>
            <p:ph type="body" idx="1"/>
          </p:nvPr>
        </p:nvSpPr>
        <p:spPr>
          <a:xfrm>
            <a:off x="311700" y="1225225"/>
            <a:ext cx="464892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Bootstrap includes a wide range of shorthand responsive margin and padding utility classes to modify an element’s appearance.</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SG" dirty="0">
                <a:hlinkClick r:id="rId3"/>
              </a:rPr>
              <a:t>https://getbootstrap.com/docs/5.3/utilities/spacing/</a:t>
            </a:r>
            <a:endParaRPr lang="en" dirty="0"/>
          </a:p>
          <a:p>
            <a:pPr marL="0" marR="0" lvl="0" indent="0" algn="l" rtl="0">
              <a:lnSpc>
                <a:spcPct val="115000"/>
              </a:lnSpc>
              <a:spcBef>
                <a:spcPts val="0"/>
              </a:spcBef>
              <a:spcAft>
                <a:spcPts val="0"/>
              </a:spcAft>
              <a:buSzPts val="1400"/>
              <a:buNone/>
            </a:pPr>
            <a:endParaRPr dirty="0"/>
          </a:p>
        </p:txBody>
      </p:sp>
      <p:sp>
        <p:nvSpPr>
          <p:cNvPr id="197" name="Google Shape;197;p19"/>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The classes are named using the format    </a:t>
            </a:r>
            <a:endParaRPr dirty="0"/>
          </a:p>
          <a:p>
            <a:pPr marL="0" marR="0" lvl="0" indent="0" algn="l" rtl="0">
              <a:lnSpc>
                <a:spcPct val="115000"/>
              </a:lnSpc>
              <a:spcBef>
                <a:spcPts val="0"/>
              </a:spcBef>
              <a:spcAft>
                <a:spcPts val="0"/>
              </a:spcAft>
              <a:buSzPts val="1400"/>
              <a:buNone/>
            </a:pPr>
            <a:r>
              <a:rPr lang="en" dirty="0"/>
              <a:t>{property}{sides}-{size} for xs and {property}{sides}-{breakpoint}-{size} for sm, md, lg, xl, and xxl</a:t>
            </a:r>
            <a:r>
              <a:rPr lang="en" sz="1200" dirty="0">
                <a:solidFill>
                  <a:srgbClr val="212529"/>
                </a:solidFill>
                <a:highlight>
                  <a:srgbClr val="FFFFFF"/>
                </a:highlight>
                <a:latin typeface="Roboto"/>
                <a:ea typeface="Roboto"/>
                <a:cs typeface="Roboto"/>
                <a:sym typeface="Roboto"/>
              </a:rPr>
              <a:t>.</a:t>
            </a:r>
            <a:endParaRPr sz="1200" dirty="0">
              <a:solidFill>
                <a:srgbClr val="212529"/>
              </a:solidFill>
              <a:highlight>
                <a:srgbClr val="FFFFFF"/>
              </a:highlight>
              <a:latin typeface="Roboto"/>
              <a:ea typeface="Roboto"/>
              <a:cs typeface="Roboto"/>
              <a:sym typeface="Roboto"/>
            </a:endParaRPr>
          </a:p>
          <a:p>
            <a:pPr marL="0" marR="0" lvl="0" indent="0" algn="l" rtl="0">
              <a:lnSpc>
                <a:spcPct val="115000"/>
              </a:lnSpc>
              <a:spcBef>
                <a:spcPts val="0"/>
              </a:spcBef>
              <a:spcAft>
                <a:spcPts val="0"/>
              </a:spcAft>
              <a:buSzPts val="1400"/>
              <a:buNone/>
            </a:pPr>
            <a:endParaRPr sz="1200" dirty="0">
              <a:solidFill>
                <a:srgbClr val="212529"/>
              </a:solidFill>
              <a:highlight>
                <a:srgbClr val="FFFFFF"/>
              </a:highlight>
              <a:latin typeface="Roboto"/>
              <a:ea typeface="Roboto"/>
              <a:cs typeface="Roboto"/>
              <a:sym typeface="Roboto"/>
            </a:endParaRPr>
          </a:p>
          <a:p>
            <a:pPr marL="0" marR="0" lvl="0" indent="0" algn="l" rtl="0">
              <a:lnSpc>
                <a:spcPct val="115000"/>
              </a:lnSpc>
              <a:spcBef>
                <a:spcPts val="0"/>
              </a:spcBef>
              <a:spcAft>
                <a:spcPts val="0"/>
              </a:spcAft>
              <a:buSzPts val="1400"/>
              <a:buNone/>
            </a:pPr>
            <a:r>
              <a:rPr lang="en" b="1" dirty="0"/>
              <a:t>Example: </a:t>
            </a:r>
            <a:endParaRPr b="1" dirty="0"/>
          </a:p>
          <a:p>
            <a:pPr marL="0" marR="0" lvl="0" indent="0" algn="l" rtl="0">
              <a:lnSpc>
                <a:spcPct val="115000"/>
              </a:lnSpc>
              <a:spcBef>
                <a:spcPts val="0"/>
              </a:spcBef>
              <a:spcAft>
                <a:spcPts val="0"/>
              </a:spcAft>
              <a:buSzPts val="1400"/>
              <a:buNone/>
            </a:pPr>
            <a:endParaRPr dirty="0"/>
          </a:p>
          <a:p>
            <a:pPr marL="0" marR="0" lvl="0" indent="0" algn="l" rtl="0">
              <a:lnSpc>
                <a:spcPct val="115000"/>
              </a:lnSpc>
              <a:spcBef>
                <a:spcPts val="0"/>
              </a:spcBef>
              <a:spcAft>
                <a:spcPts val="0"/>
              </a:spcAft>
              <a:buSzPts val="1400"/>
              <a:buNone/>
            </a:pPr>
            <a:r>
              <a:rPr lang="en" i="1" dirty="0"/>
              <a:t>mx-auto</a:t>
            </a:r>
            <a:r>
              <a:rPr lang="en" dirty="0"/>
              <a:t>: margin on left and right auto (centered)</a:t>
            </a:r>
            <a:endParaRPr dirty="0"/>
          </a:p>
          <a:p>
            <a:pPr marL="0" marR="0" lvl="0" indent="0" algn="l" rtl="0">
              <a:lnSpc>
                <a:spcPct val="115000"/>
              </a:lnSpc>
              <a:spcBef>
                <a:spcPts val="0"/>
              </a:spcBef>
              <a:spcAft>
                <a:spcPts val="0"/>
              </a:spcAft>
              <a:buSzPts val="1400"/>
              <a:buNone/>
            </a:pPr>
            <a:endParaRPr dirty="0"/>
          </a:p>
          <a:p>
            <a:pPr marL="0" lvl="0" indent="0" algn="l" rtl="0">
              <a:lnSpc>
                <a:spcPct val="115000"/>
              </a:lnSpc>
              <a:spcBef>
                <a:spcPts val="0"/>
              </a:spcBef>
              <a:spcAft>
                <a:spcPts val="0"/>
              </a:spcAft>
              <a:buClr>
                <a:schemeClr val="dk1"/>
              </a:buClr>
              <a:buSzPts val="1100"/>
              <a:buFont typeface="Arial"/>
              <a:buNone/>
            </a:pPr>
            <a:r>
              <a:rPr lang="en" i="1" dirty="0"/>
              <a:t>px-md-5</a:t>
            </a:r>
            <a:r>
              <a:rPr lang="en" dirty="0"/>
              <a:t>: padding on left and right, breakpoint md (720px); size 5 </a:t>
            </a:r>
            <a:endParaRPr sz="1050" dirty="0">
              <a:solidFill>
                <a:srgbClr val="D73038"/>
              </a:solidFill>
              <a:latin typeface="Consolas"/>
              <a:ea typeface="Consolas"/>
              <a:cs typeface="Consolas"/>
              <a:sym typeface="Consolas"/>
            </a:endParaRPr>
          </a:p>
          <a:p>
            <a:pPr marL="0" marR="0" lvl="0" indent="0" algn="l" rtl="0">
              <a:lnSpc>
                <a:spcPct val="115000"/>
              </a:lnSpc>
              <a:spcBef>
                <a:spcPts val="0"/>
              </a:spcBef>
              <a:spcAft>
                <a:spcPts val="0"/>
              </a:spcAft>
              <a:buSzPts val="1400"/>
              <a:buNone/>
            </a:pPr>
            <a:endParaRPr dirty="0"/>
          </a:p>
        </p:txBody>
      </p:sp>
      <p:sp>
        <p:nvSpPr>
          <p:cNvPr id="198" name="Google Shape;198;p19"/>
          <p:cNvSpPr/>
          <p:nvPr/>
        </p:nvSpPr>
        <p:spPr>
          <a:xfrm>
            <a:off x="311700" y="4087225"/>
            <a:ext cx="3245400" cy="566400"/>
          </a:xfrm>
          <a:prstGeom prst="wedgeRoundRectCallout">
            <a:avLst>
              <a:gd name="adj1" fmla="val -44511"/>
              <a:gd name="adj2" fmla="val 79732"/>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 for margin and p for padding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x for left+right; y for top+bottom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2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Utilities: Display</a:t>
            </a:r>
            <a:endParaRPr/>
          </a:p>
        </p:txBody>
      </p:sp>
      <p:sp>
        <p:nvSpPr>
          <p:cNvPr id="204" name="Google Shape;204;p20"/>
          <p:cNvSpPr txBox="1">
            <a:spLocks noGrp="1"/>
          </p:cNvSpPr>
          <p:nvPr>
            <p:ph type="body" idx="1"/>
          </p:nvPr>
        </p:nvSpPr>
        <p:spPr>
          <a:xfrm>
            <a:off x="311700" y="1225225"/>
            <a:ext cx="45207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Responsive display utility classes. </a:t>
            </a:r>
            <a:endParaRPr dirty="0"/>
          </a:p>
          <a:p>
            <a:pPr marL="0" marR="0" lvl="0" indent="0" algn="l" rtl="0">
              <a:lnSpc>
                <a:spcPct val="115000"/>
              </a:lnSpc>
              <a:spcBef>
                <a:spcPts val="1600"/>
              </a:spcBef>
              <a:spcAft>
                <a:spcPts val="0"/>
              </a:spcAft>
              <a:buSzPts val="1400"/>
              <a:buNone/>
            </a:pPr>
            <a:r>
              <a:rPr lang="en" dirty="0"/>
              <a:t>Classes can be combined for various effects as you need.</a:t>
            </a:r>
          </a:p>
          <a:p>
            <a:pPr marL="0" marR="0" lvl="0" indent="0" algn="l" rtl="0">
              <a:lnSpc>
                <a:spcPct val="115000"/>
              </a:lnSpc>
              <a:spcBef>
                <a:spcPts val="1600"/>
              </a:spcBef>
              <a:spcAft>
                <a:spcPts val="0"/>
              </a:spcAft>
              <a:buSzPts val="1400"/>
              <a:buNone/>
            </a:pPr>
            <a:r>
              <a:rPr lang="en-SG" dirty="0">
                <a:hlinkClick r:id="rId3"/>
              </a:rPr>
              <a:t>https://getbootstrap.com/docs/5.3/utilities/display/</a:t>
            </a:r>
            <a:endParaRPr lang="en" dirty="0"/>
          </a:p>
          <a:p>
            <a:pPr marL="0" marR="0" lvl="0" indent="0" algn="l" rtl="0">
              <a:lnSpc>
                <a:spcPct val="115000"/>
              </a:lnSpc>
              <a:spcBef>
                <a:spcPts val="1600"/>
              </a:spcBef>
              <a:spcAft>
                <a:spcPts val="0"/>
              </a:spcAft>
              <a:buSzPts val="1400"/>
              <a:buNone/>
            </a:pPr>
            <a:endParaRPr dirty="0"/>
          </a:p>
        </p:txBody>
      </p:sp>
      <p:sp>
        <p:nvSpPr>
          <p:cNvPr id="205" name="Google Shape;205;p2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SzPts val="1400"/>
              <a:buNone/>
            </a:pPr>
            <a:r>
              <a:rPr lang="en" b="1"/>
              <a:t>Examples</a:t>
            </a:r>
            <a:endParaRPr b="1"/>
          </a:p>
          <a:p>
            <a:pPr marL="0" marR="0" lvl="0" indent="0" algn="l" rtl="0">
              <a:lnSpc>
                <a:spcPct val="115000"/>
              </a:lnSpc>
              <a:spcBef>
                <a:spcPts val="1600"/>
              </a:spcBef>
              <a:spcAft>
                <a:spcPts val="0"/>
              </a:spcAft>
              <a:buSzPts val="1400"/>
              <a:buNone/>
            </a:pPr>
            <a:r>
              <a:rPr lang="en"/>
              <a:t>Notation: </a:t>
            </a:r>
            <a:r>
              <a:rPr lang="en" i="1"/>
              <a:t>d-{value}</a:t>
            </a:r>
            <a:r>
              <a:rPr lang="en"/>
              <a:t> where value is one of: none, inline, inline-block, block, etc.</a:t>
            </a:r>
            <a:endParaRPr/>
          </a:p>
          <a:p>
            <a:pPr marL="0" marR="0" lvl="0" indent="0" algn="l" rtl="0">
              <a:lnSpc>
                <a:spcPct val="115000"/>
              </a:lnSpc>
              <a:spcBef>
                <a:spcPts val="1600"/>
              </a:spcBef>
              <a:spcAft>
                <a:spcPts val="0"/>
              </a:spcAft>
              <a:buSzPts val="1400"/>
              <a:buNone/>
            </a:pPr>
            <a:r>
              <a:rPr lang="en"/>
              <a:t>For example, display buttons inline, with padding size 2 and white-colored text:</a:t>
            </a:r>
            <a:endParaRPr/>
          </a:p>
          <a:p>
            <a:pPr marL="0" marR="0" lvl="0" indent="0" algn="l" rtl="0">
              <a:lnSpc>
                <a:spcPct val="115000"/>
              </a:lnSpc>
              <a:spcBef>
                <a:spcPts val="1600"/>
              </a:spcBef>
              <a:spcAft>
                <a:spcPts val="0"/>
              </a:spcAft>
              <a:buSzPts val="1400"/>
              <a:buNone/>
            </a:pPr>
            <a:r>
              <a:rPr lang="en" i="1"/>
              <a:t>&lt;div class="d-inline p-2 bg-primary text-white"&gt;d-inline&lt;/div&gt;</a:t>
            </a:r>
            <a:endParaRPr i="1"/>
          </a:p>
          <a:p>
            <a:pPr marL="0" marR="0" lvl="0" indent="0" algn="l" rtl="0">
              <a:lnSpc>
                <a:spcPct val="115000"/>
              </a:lnSpc>
              <a:spcBef>
                <a:spcPts val="1600"/>
              </a:spcBef>
              <a:spcAft>
                <a:spcPts val="1600"/>
              </a:spcAft>
              <a:buSzPts val="1400"/>
              <a:buNone/>
            </a:pPr>
            <a:r>
              <a:rPr lang="en" i="1"/>
              <a:t>&lt;div class="d-inline p-2 bg-dark text-white"&gt;d-inline&lt;/div&gt;</a:t>
            </a:r>
            <a:endParaRPr i="1"/>
          </a:p>
        </p:txBody>
      </p:sp>
      <p:pic>
        <p:nvPicPr>
          <p:cNvPr id="206" name="Google Shape;206;p20"/>
          <p:cNvPicPr preferRelativeResize="0"/>
          <p:nvPr/>
        </p:nvPicPr>
        <p:blipFill rotWithShape="1">
          <a:blip r:embed="rId4">
            <a:alphaModFix/>
          </a:blip>
          <a:srcRect/>
          <a:stretch/>
        </p:blipFill>
        <p:spPr>
          <a:xfrm>
            <a:off x="1168650" y="3549425"/>
            <a:ext cx="2286000" cy="800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Utilities: Sizing</a:t>
            </a:r>
            <a:endParaRPr/>
          </a:p>
        </p:txBody>
      </p:sp>
      <p:sp>
        <p:nvSpPr>
          <p:cNvPr id="212" name="Google Shape;212;p21"/>
          <p:cNvSpPr txBox="1">
            <a:spLocks noGrp="1"/>
          </p:cNvSpPr>
          <p:nvPr>
            <p:ph type="body" idx="1"/>
          </p:nvPr>
        </p:nvSpPr>
        <p:spPr>
          <a:xfrm>
            <a:off x="311700" y="1225225"/>
            <a:ext cx="442032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Easily make an element as wide or as tall (relative to its parent) with sizing utilities.</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SG" dirty="0">
                <a:hlinkClick r:id="rId3"/>
              </a:rPr>
              <a:t>https://getbootstrap.com/docs/5.3/utilities/sizing/</a:t>
            </a:r>
            <a:endParaRPr lang="en" dirty="0"/>
          </a:p>
          <a:p>
            <a:pPr marL="0" marR="0" lvl="0" indent="0" algn="l" rtl="0">
              <a:lnSpc>
                <a:spcPct val="115000"/>
              </a:lnSpc>
              <a:spcBef>
                <a:spcPts val="0"/>
              </a:spcBef>
              <a:spcAft>
                <a:spcPts val="0"/>
              </a:spcAft>
              <a:buSzPts val="1400"/>
              <a:buNone/>
            </a:pPr>
            <a:endParaRPr dirty="0"/>
          </a:p>
        </p:txBody>
      </p:sp>
      <p:sp>
        <p:nvSpPr>
          <p:cNvPr id="213" name="Google Shape;213;p21"/>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SzPts val="1400"/>
              <a:buNone/>
            </a:pPr>
            <a:r>
              <a:rPr lang="en" b="1"/>
              <a:t>Examples</a:t>
            </a:r>
            <a:endParaRPr b="1"/>
          </a:p>
          <a:p>
            <a:pPr marL="0" lvl="0" indent="0" algn="l" rtl="0">
              <a:lnSpc>
                <a:spcPct val="115000"/>
              </a:lnSpc>
              <a:spcBef>
                <a:spcPts val="1600"/>
              </a:spcBef>
              <a:spcAft>
                <a:spcPts val="0"/>
              </a:spcAft>
              <a:buSzPts val="1400"/>
              <a:buNone/>
            </a:pPr>
            <a:r>
              <a:rPr lang="en"/>
              <a:t>Support auto, 25%, 50%, 75%, 100% of the parent element</a:t>
            </a:r>
            <a:endParaRPr/>
          </a:p>
          <a:p>
            <a:pPr marL="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a:t>&lt;div style="width: 400px; height: 200px; background-color: grey;"&gt;</a:t>
            </a:r>
            <a:endParaRPr/>
          </a:p>
          <a:p>
            <a:pPr marL="0" marR="0" lvl="0" indent="0" algn="l" rtl="0">
              <a:lnSpc>
                <a:spcPct val="115000"/>
              </a:lnSpc>
              <a:spcBef>
                <a:spcPts val="600"/>
              </a:spcBef>
              <a:spcAft>
                <a:spcPts val="0"/>
              </a:spcAft>
              <a:buSzPts val="1400"/>
              <a:buNone/>
            </a:pPr>
            <a:r>
              <a:rPr lang="en"/>
              <a:t>   &lt;div class="w-75 h-50 p-3" style="background-color: red;"&gt;</a:t>
            </a:r>
            <a:endParaRPr/>
          </a:p>
          <a:p>
            <a:pPr marL="0" marR="0" lvl="0" indent="0" algn="l" rtl="0">
              <a:lnSpc>
                <a:spcPct val="115000"/>
              </a:lnSpc>
              <a:spcBef>
                <a:spcPts val="600"/>
              </a:spcBef>
              <a:spcAft>
                <a:spcPts val="0"/>
              </a:spcAft>
              <a:buSzPts val="1400"/>
              <a:buNone/>
            </a:pPr>
            <a:r>
              <a:rPr lang="en"/>
              <a:t>  Width 75%, Height 50% of the parent element&lt;/div&gt;</a:t>
            </a:r>
            <a:endParaRPr/>
          </a:p>
          <a:p>
            <a:pPr marL="0" marR="0" lvl="0" indent="0" algn="l" rtl="0">
              <a:lnSpc>
                <a:spcPct val="115000"/>
              </a:lnSpc>
              <a:spcBef>
                <a:spcPts val="600"/>
              </a:spcBef>
              <a:spcAft>
                <a:spcPts val="600"/>
              </a:spcAft>
              <a:buSzPts val="1400"/>
              <a:buNone/>
            </a:pPr>
            <a:r>
              <a:rPr lang="en"/>
              <a:t>&lt;/div&gt;</a:t>
            </a:r>
            <a:endParaRPr/>
          </a:p>
        </p:txBody>
      </p:sp>
      <p:pic>
        <p:nvPicPr>
          <p:cNvPr id="214" name="Google Shape;214;p21"/>
          <p:cNvPicPr preferRelativeResize="0"/>
          <p:nvPr/>
        </p:nvPicPr>
        <p:blipFill rotWithShape="1">
          <a:blip r:embed="rId4">
            <a:alphaModFix/>
          </a:blip>
          <a:srcRect/>
          <a:stretch/>
        </p:blipFill>
        <p:spPr>
          <a:xfrm>
            <a:off x="1044350" y="3093325"/>
            <a:ext cx="2952750" cy="14859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2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Image Centering </a:t>
            </a:r>
            <a:endParaRPr/>
          </a:p>
        </p:txBody>
      </p:sp>
      <p:sp>
        <p:nvSpPr>
          <p:cNvPr id="220" name="Google Shape;220;p22"/>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SzPts val="1400"/>
              <a:buNone/>
            </a:pPr>
            <a:r>
              <a:rPr lang="en" dirty="0"/>
              <a:t>Center the image using </a:t>
            </a:r>
            <a:r>
              <a:rPr lang="en" i="1" dirty="0"/>
              <a:t>mx-auto</a:t>
            </a:r>
            <a:r>
              <a:rPr lang="en" dirty="0"/>
              <a:t> and </a:t>
            </a:r>
            <a:r>
              <a:rPr lang="en" i="1" dirty="0"/>
              <a:t>d-block</a:t>
            </a:r>
            <a:r>
              <a:rPr lang="en" dirty="0"/>
              <a:t> classes</a:t>
            </a:r>
            <a:endParaRPr dirty="0"/>
          </a:p>
          <a:p>
            <a:pPr marL="0" lvl="0" indent="0" algn="l" rtl="0">
              <a:lnSpc>
                <a:spcPct val="115000"/>
              </a:lnSpc>
              <a:spcBef>
                <a:spcPts val="600"/>
              </a:spcBef>
              <a:spcAft>
                <a:spcPts val="0"/>
              </a:spcAft>
              <a:buSzPts val="1400"/>
              <a:buNone/>
            </a:pPr>
            <a:endParaRPr dirty="0"/>
          </a:p>
          <a:p>
            <a:pPr marL="0" lvl="0" indent="0" algn="l" rtl="0">
              <a:lnSpc>
                <a:spcPct val="115000"/>
              </a:lnSpc>
              <a:spcBef>
                <a:spcPts val="600"/>
              </a:spcBef>
              <a:spcAft>
                <a:spcPts val="0"/>
              </a:spcAft>
              <a:buClr>
                <a:schemeClr val="dk1"/>
              </a:buClr>
              <a:buSzPts val="1100"/>
              <a:buFont typeface="Arial"/>
              <a:buNone/>
            </a:pPr>
            <a:r>
              <a:rPr lang="en" i="1" dirty="0"/>
              <a:t>mx-auto</a:t>
            </a:r>
            <a:r>
              <a:rPr lang="en" dirty="0"/>
              <a:t> class is for horizontally centering fixed-width block level content</a:t>
            </a:r>
            <a:endParaRPr dirty="0"/>
          </a:p>
          <a:p>
            <a:pPr marL="0" lvl="0" indent="0" algn="l" rtl="0">
              <a:lnSpc>
                <a:spcPct val="115000"/>
              </a:lnSpc>
              <a:spcBef>
                <a:spcPts val="600"/>
              </a:spcBef>
              <a:spcAft>
                <a:spcPts val="1600"/>
              </a:spcAft>
              <a:buSzPts val="1400"/>
              <a:buNone/>
            </a:pPr>
            <a:endParaRPr dirty="0"/>
          </a:p>
        </p:txBody>
      </p:sp>
      <p:sp>
        <p:nvSpPr>
          <p:cNvPr id="221" name="Google Shape;221;p22"/>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wk3example7.html</a:t>
            </a:r>
            <a:endParaRPr i="1"/>
          </a:p>
          <a:p>
            <a:pPr marL="0" lvl="0" indent="0" algn="l" rtl="0">
              <a:lnSpc>
                <a:spcPct val="115000"/>
              </a:lnSpc>
              <a:spcBef>
                <a:spcPts val="1600"/>
              </a:spcBef>
              <a:spcAft>
                <a:spcPts val="0"/>
              </a:spcAft>
              <a:buClr>
                <a:schemeClr val="dk1"/>
              </a:buClr>
              <a:buSzPts val="1100"/>
              <a:buFont typeface="Arial"/>
              <a:buNone/>
            </a:pPr>
            <a:r>
              <a:rPr lang="en"/>
              <a:t>&lt;img src="..." class="mx-auto d-block” height=“auto” &gt;</a:t>
            </a:r>
            <a:endParaRPr sz="2000">
              <a:latin typeface="Consolas"/>
              <a:ea typeface="Consolas"/>
              <a:cs typeface="Consolas"/>
              <a:sym typeface="Consolas"/>
            </a:endParaRPr>
          </a:p>
          <a:p>
            <a:pPr marL="0" lvl="0" indent="0" algn="l" rtl="0">
              <a:lnSpc>
                <a:spcPct val="115000"/>
              </a:lnSpc>
              <a:spcBef>
                <a:spcPts val="0"/>
              </a:spcBef>
              <a:spcAft>
                <a:spcPts val="1600"/>
              </a:spcAft>
              <a:buSzPts val="1400"/>
              <a:buNone/>
            </a:pPr>
            <a:endParaRPr/>
          </a:p>
        </p:txBody>
      </p:sp>
      <p:pic>
        <p:nvPicPr>
          <p:cNvPr id="222" name="Google Shape;222;p22"/>
          <p:cNvPicPr preferRelativeResize="0"/>
          <p:nvPr/>
        </p:nvPicPr>
        <p:blipFill rotWithShape="1">
          <a:blip r:embed="rId3">
            <a:alphaModFix/>
          </a:blip>
          <a:srcRect/>
          <a:stretch/>
        </p:blipFill>
        <p:spPr>
          <a:xfrm>
            <a:off x="4558425" y="2571750"/>
            <a:ext cx="4547849" cy="21168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2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Table </a:t>
            </a:r>
            <a:endParaRPr/>
          </a:p>
        </p:txBody>
      </p:sp>
      <p:sp>
        <p:nvSpPr>
          <p:cNvPr id="228" name="Google Shape;228;p2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In Bootstrap, table styling is opt-in i.e., you have to add .table class in the table tag to use Bootstrap’s styling</a:t>
            </a:r>
            <a:endParaRPr sz="2200">
              <a:latin typeface="Arial"/>
              <a:ea typeface="Arial"/>
              <a:cs typeface="Arial"/>
              <a:sym typeface="Arial"/>
            </a:endParaRPr>
          </a:p>
          <a:p>
            <a:pPr marL="0" lvl="0" indent="0" algn="l" rtl="0">
              <a:lnSpc>
                <a:spcPct val="115000"/>
              </a:lnSpc>
              <a:spcBef>
                <a:spcPts val="0"/>
              </a:spcBef>
              <a:spcAft>
                <a:spcPts val="0"/>
              </a:spcAft>
              <a:buSzPts val="1400"/>
              <a:buNone/>
            </a:pPr>
            <a:endParaRPr/>
          </a:p>
        </p:txBody>
      </p:sp>
      <p:sp>
        <p:nvSpPr>
          <p:cNvPr id="229" name="Google Shape;229;p23"/>
          <p:cNvSpPr txBox="1">
            <a:spLocks noGrp="1"/>
          </p:cNvSpPr>
          <p:nvPr>
            <p:ph type="body" idx="2"/>
          </p:nvPr>
        </p:nvSpPr>
        <p:spPr>
          <a:xfrm>
            <a:off x="4572000" y="1225225"/>
            <a:ext cx="4122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r>
              <a:rPr lang="en" i="1"/>
              <a:t>wk3example8.html</a:t>
            </a:r>
            <a:r>
              <a:rPr lang="en" b="1"/>
              <a:t> </a:t>
            </a:r>
            <a:endParaRPr b="1"/>
          </a:p>
          <a:p>
            <a:pPr marL="457200" marR="0" lvl="0" indent="-317500" algn="l" rtl="0">
              <a:lnSpc>
                <a:spcPct val="115000"/>
              </a:lnSpc>
              <a:spcBef>
                <a:spcPts val="1600"/>
              </a:spcBef>
              <a:spcAft>
                <a:spcPts val="0"/>
              </a:spcAft>
              <a:buSzPts val="1400"/>
              <a:buChar char="●"/>
            </a:pPr>
            <a:r>
              <a:rPr lang="en"/>
              <a:t>Use .table-dark class to produce the dark colored theme</a:t>
            </a:r>
            <a:endParaRPr/>
          </a:p>
          <a:p>
            <a:pPr marL="457200" marR="0" lvl="0" indent="-317500" algn="l" rtl="0">
              <a:lnSpc>
                <a:spcPct val="115000"/>
              </a:lnSpc>
              <a:spcBef>
                <a:spcPts val="0"/>
              </a:spcBef>
              <a:spcAft>
                <a:spcPts val="0"/>
              </a:spcAft>
              <a:buSzPts val="1400"/>
              <a:buChar char="●"/>
            </a:pPr>
            <a:r>
              <a:rPr lang="en"/>
              <a:t>Use .table-borderless class to remove the borders</a:t>
            </a:r>
            <a:endParaRPr/>
          </a:p>
          <a:p>
            <a:pPr marL="457200" marR="0" lvl="0" indent="-317500" algn="l" rtl="0">
              <a:lnSpc>
                <a:spcPct val="115000"/>
              </a:lnSpc>
              <a:spcBef>
                <a:spcPts val="0"/>
              </a:spcBef>
              <a:spcAft>
                <a:spcPts val="0"/>
              </a:spcAft>
              <a:buSzPts val="1400"/>
              <a:buChar char="●"/>
            </a:pPr>
            <a:r>
              <a:rPr lang="en"/>
              <a:t>Use .table-sm class to make the table more compact</a:t>
            </a:r>
            <a:endParaRPr/>
          </a:p>
          <a:p>
            <a:pPr marL="457200" marR="0" lvl="0" indent="-317500" algn="l" rtl="0">
              <a:lnSpc>
                <a:spcPct val="115000"/>
              </a:lnSpc>
              <a:spcBef>
                <a:spcPts val="0"/>
              </a:spcBef>
              <a:spcAft>
                <a:spcPts val="0"/>
              </a:spcAft>
              <a:buSzPts val="1400"/>
              <a:buChar char="●"/>
            </a:pPr>
            <a:r>
              <a:rPr lang="en"/>
              <a:t>Use &lt;caption&gt; tag to caption the table</a:t>
            </a:r>
            <a:endParaRPr sz="2200">
              <a:latin typeface="Calibri"/>
              <a:ea typeface="Calibri"/>
              <a:cs typeface="Calibri"/>
              <a:sym typeface="Calibri"/>
            </a:endParaRPr>
          </a:p>
          <a:p>
            <a:pPr marL="0" lvl="0" indent="0" algn="l" rtl="0">
              <a:lnSpc>
                <a:spcPct val="135714"/>
              </a:lnSpc>
              <a:spcBef>
                <a:spcPts val="0"/>
              </a:spcBef>
              <a:spcAft>
                <a:spcPts val="0"/>
              </a:spcAft>
              <a:buSzPts val="1400"/>
              <a:buNone/>
            </a:pPr>
            <a:endParaRPr/>
          </a:p>
          <a:p>
            <a:pPr marL="0" lvl="0" indent="0" algn="l" rtl="0">
              <a:lnSpc>
                <a:spcPct val="115000"/>
              </a:lnSpc>
              <a:spcBef>
                <a:spcPts val="0"/>
              </a:spcBef>
              <a:spcAft>
                <a:spcPts val="1600"/>
              </a:spcAft>
              <a:buSzPts val="14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Buttons</a:t>
            </a:r>
            <a:endParaRPr/>
          </a:p>
        </p:txBody>
      </p:sp>
      <p:sp>
        <p:nvSpPr>
          <p:cNvPr id="235" name="Google Shape;235;p2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600"/>
              </a:spcBef>
              <a:spcAft>
                <a:spcPts val="0"/>
              </a:spcAft>
              <a:buSzPts val="1400"/>
              <a:buChar char="●"/>
            </a:pPr>
            <a:r>
              <a:rPr lang="en"/>
              <a:t>Bootstrap includes several predefined button styles, each serving its own semantic purpose</a:t>
            </a:r>
            <a:endParaRPr sz="2400">
              <a:latin typeface="Arial"/>
              <a:ea typeface="Arial"/>
              <a:cs typeface="Arial"/>
              <a:sym typeface="Arial"/>
            </a:endParaRPr>
          </a:p>
          <a:p>
            <a:pPr marL="457200" lvl="0" indent="-317500" algn="l" rtl="0">
              <a:lnSpc>
                <a:spcPct val="115000"/>
              </a:lnSpc>
              <a:spcBef>
                <a:spcPts val="0"/>
              </a:spcBef>
              <a:spcAft>
                <a:spcPts val="0"/>
              </a:spcAft>
              <a:buSzPts val="1400"/>
              <a:buChar char="●"/>
            </a:pPr>
            <a:r>
              <a:rPr lang="en"/>
              <a:t>Use .btn-group to create Button toolbar horizontally or vertically</a:t>
            </a:r>
            <a:endParaRPr/>
          </a:p>
          <a:p>
            <a:pPr marL="457200" lvl="0" indent="-317500" algn="l" rtl="0">
              <a:lnSpc>
                <a:spcPct val="115000"/>
              </a:lnSpc>
              <a:spcBef>
                <a:spcPts val="0"/>
              </a:spcBef>
              <a:spcAft>
                <a:spcPts val="0"/>
              </a:spcAft>
              <a:buSzPts val="1400"/>
              <a:buChar char="●"/>
            </a:pPr>
            <a:r>
              <a:rPr lang="en"/>
              <a:t>The .btn classes can also be used with &lt;a&gt; or &lt;input&gt; elements</a:t>
            </a:r>
            <a:endParaRPr sz="2400">
              <a:latin typeface="Arial"/>
              <a:ea typeface="Arial"/>
              <a:cs typeface="Arial"/>
              <a:sym typeface="Arial"/>
            </a:endParaRPr>
          </a:p>
          <a:p>
            <a:pPr marL="0" lvl="0" indent="0" algn="l" rtl="0">
              <a:lnSpc>
                <a:spcPct val="115000"/>
              </a:lnSpc>
              <a:spcBef>
                <a:spcPts val="600"/>
              </a:spcBef>
              <a:spcAft>
                <a:spcPts val="0"/>
              </a:spcAft>
              <a:buSzPts val="1400"/>
              <a:buNone/>
            </a:pPr>
            <a:endParaRPr/>
          </a:p>
          <a:p>
            <a:pPr marL="0" lvl="0" indent="0" algn="l" rtl="0">
              <a:lnSpc>
                <a:spcPct val="115000"/>
              </a:lnSpc>
              <a:spcBef>
                <a:spcPts val="600"/>
              </a:spcBef>
              <a:spcAft>
                <a:spcPts val="1600"/>
              </a:spcAft>
              <a:buSzPts val="1400"/>
              <a:buNone/>
            </a:pPr>
            <a:endParaRPr b="1"/>
          </a:p>
        </p:txBody>
      </p:sp>
      <p:pic>
        <p:nvPicPr>
          <p:cNvPr id="236" name="Google Shape;236;p24"/>
          <p:cNvPicPr preferRelativeResize="0"/>
          <p:nvPr/>
        </p:nvPicPr>
        <p:blipFill rotWithShape="1">
          <a:blip r:embed="rId3">
            <a:alphaModFix/>
          </a:blip>
          <a:srcRect/>
          <a:stretch/>
        </p:blipFill>
        <p:spPr>
          <a:xfrm>
            <a:off x="677638" y="4188625"/>
            <a:ext cx="7972425" cy="685800"/>
          </a:xfrm>
          <a:prstGeom prst="rect">
            <a:avLst/>
          </a:prstGeom>
          <a:noFill/>
          <a:ln>
            <a:noFill/>
          </a:ln>
        </p:spPr>
      </p:pic>
      <p:sp>
        <p:nvSpPr>
          <p:cNvPr id="237" name="Google Shape;237;p24"/>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 </a:t>
            </a:r>
            <a:endParaRPr b="1"/>
          </a:p>
          <a:p>
            <a:pPr marL="0" lvl="0" indent="0" algn="l" rtl="0">
              <a:lnSpc>
                <a:spcPct val="115000"/>
              </a:lnSpc>
              <a:spcBef>
                <a:spcPts val="1600"/>
              </a:spcBef>
              <a:spcAft>
                <a:spcPts val="1600"/>
              </a:spcAft>
              <a:buSzPts val="1400"/>
              <a:buNone/>
            </a:pPr>
            <a:r>
              <a:rPr lang="en" i="1"/>
              <a:t>wk3example9.html</a:t>
            </a:r>
            <a:endParaRPr i="1"/>
          </a:p>
        </p:txBody>
      </p:sp>
      <p:pic>
        <p:nvPicPr>
          <p:cNvPr id="238" name="Google Shape;238;p24"/>
          <p:cNvPicPr preferRelativeResize="0"/>
          <p:nvPr/>
        </p:nvPicPr>
        <p:blipFill rotWithShape="1">
          <a:blip r:embed="rId4">
            <a:alphaModFix/>
          </a:blip>
          <a:srcRect/>
          <a:stretch/>
        </p:blipFill>
        <p:spPr>
          <a:xfrm>
            <a:off x="4832388" y="2233600"/>
            <a:ext cx="2333625" cy="6762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3 </a:t>
            </a:r>
            <a:endParaRPr/>
          </a:p>
        </p:txBody>
      </p:sp>
      <p:sp>
        <p:nvSpPr>
          <p:cNvPr id="244" name="Google Shape;244;p25"/>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SzPts val="1800"/>
              <a:buNone/>
            </a:pPr>
            <a:r>
              <a:rPr lang="en" sz="1400" dirty="0"/>
              <a:t>Given ex3.html, search bootstrap documentation, and create a group of buttons arranged vertically - with your reasonable guess without Google first :-）. </a:t>
            </a:r>
            <a:endParaRPr sz="1400" dirty="0"/>
          </a:p>
          <a:p>
            <a:pPr marL="0" lvl="0" indent="0" algn="l" rtl="0">
              <a:lnSpc>
                <a:spcPct val="115000"/>
              </a:lnSpc>
              <a:spcBef>
                <a:spcPts val="600"/>
              </a:spcBef>
              <a:spcAft>
                <a:spcPts val="1600"/>
              </a:spcAft>
              <a:buSzPts val="1800"/>
              <a:buNone/>
            </a:pPr>
            <a:endParaRPr sz="1400" b="1" dirty="0"/>
          </a:p>
        </p:txBody>
      </p:sp>
      <p:pic>
        <p:nvPicPr>
          <p:cNvPr id="245" name="Google Shape;245;p25"/>
          <p:cNvPicPr preferRelativeResize="0"/>
          <p:nvPr/>
        </p:nvPicPr>
        <p:blipFill rotWithShape="1">
          <a:blip r:embed="rId3">
            <a:alphaModFix/>
          </a:blip>
          <a:srcRect/>
          <a:stretch/>
        </p:blipFill>
        <p:spPr>
          <a:xfrm>
            <a:off x="4333800" y="2325438"/>
            <a:ext cx="476400" cy="195202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2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Dropdown </a:t>
            </a:r>
            <a:endParaRPr/>
          </a:p>
        </p:txBody>
      </p:sp>
      <p:sp>
        <p:nvSpPr>
          <p:cNvPr id="251" name="Google Shape;251;p26"/>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To create dropdowns, wrap the dropdown’s toggle (button or link) and the dropdown menu within .dropdown </a:t>
            </a:r>
            <a:endParaRPr dirty="0"/>
          </a:p>
          <a:p>
            <a:pPr marL="0" marR="0" lvl="0" indent="0" algn="l" rtl="0">
              <a:lnSpc>
                <a:spcPct val="115000"/>
              </a:lnSpc>
              <a:spcBef>
                <a:spcPts val="1600"/>
              </a:spcBef>
              <a:spcAft>
                <a:spcPts val="0"/>
              </a:spcAft>
              <a:buSzPts val="1400"/>
              <a:buNone/>
            </a:pPr>
            <a:r>
              <a:rPr lang="en" dirty="0"/>
              <a:t>Use .dropdown-toggle and data-bs-toggle=“dropdown” attribute to link the toggle to the .dropdown-menu</a:t>
            </a:r>
            <a:endParaRPr dirty="0"/>
          </a:p>
          <a:p>
            <a:pPr marL="0" marR="0" lvl="0" indent="0" algn="l" rtl="0">
              <a:lnSpc>
                <a:spcPct val="115000"/>
              </a:lnSpc>
              <a:spcBef>
                <a:spcPts val="1600"/>
              </a:spcBef>
              <a:spcAft>
                <a:spcPts val="1600"/>
              </a:spcAft>
              <a:buSzPts val="1400"/>
              <a:buNone/>
            </a:pPr>
            <a:r>
              <a:rPr lang="en" dirty="0"/>
              <a:t>(so that it is there once clicked; and it is not there once clicked again)</a:t>
            </a:r>
            <a:endParaRPr dirty="0"/>
          </a:p>
        </p:txBody>
      </p:sp>
      <p:sp>
        <p:nvSpPr>
          <p:cNvPr id="252" name="Google Shape;252;p26"/>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Examples</a:t>
            </a:r>
            <a:endParaRPr b="1"/>
          </a:p>
          <a:p>
            <a:pPr marL="0" lvl="0" indent="0" algn="l" rtl="0">
              <a:lnSpc>
                <a:spcPct val="115000"/>
              </a:lnSpc>
              <a:spcBef>
                <a:spcPts val="1600"/>
              </a:spcBef>
              <a:spcAft>
                <a:spcPts val="1600"/>
              </a:spcAft>
              <a:buClr>
                <a:schemeClr val="dk1"/>
              </a:buClr>
              <a:buSzPts val="1100"/>
              <a:buFont typeface="Arial"/>
              <a:buNone/>
            </a:pPr>
            <a:r>
              <a:rPr lang="en" i="1"/>
              <a:t>wk3example10.html</a:t>
            </a:r>
            <a:endParaRPr i="1"/>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2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Collapse </a:t>
            </a:r>
            <a:endParaRPr/>
          </a:p>
        </p:txBody>
      </p:sp>
      <p:sp>
        <p:nvSpPr>
          <p:cNvPr id="258" name="Google Shape;258;p27"/>
          <p:cNvSpPr txBox="1">
            <a:spLocks noGrp="1"/>
          </p:cNvSpPr>
          <p:nvPr>
            <p:ph type="body" idx="1"/>
          </p:nvPr>
        </p:nvSpPr>
        <p:spPr>
          <a:xfrm>
            <a:off x="311700" y="1225225"/>
            <a:ext cx="499944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Collapse class indicates a collapsible element (the content that will be shown or hidden with a click of a button).</a:t>
            </a:r>
            <a:endParaRPr dirty="0"/>
          </a:p>
          <a:p>
            <a:pPr marL="0" marR="0" lvl="0" indent="0" algn="l" rtl="0">
              <a:lnSpc>
                <a:spcPct val="115000"/>
              </a:lnSpc>
              <a:spcBef>
                <a:spcPts val="1600"/>
              </a:spcBef>
              <a:spcAft>
                <a:spcPts val="0"/>
              </a:spcAft>
              <a:buSzPts val="1400"/>
              <a:buNone/>
            </a:pPr>
            <a:r>
              <a:rPr lang="en" dirty="0"/>
              <a:t>To control (show/hide) the collapsible content, add the data-bs-toggle="collapse" attribute to an &lt;a&gt; or a &lt;button&gt; element.</a:t>
            </a:r>
            <a:endParaRPr dirty="0"/>
          </a:p>
          <a:p>
            <a:pPr marL="0" marR="0" lvl="0" indent="0" algn="l" rtl="0">
              <a:lnSpc>
                <a:spcPct val="115000"/>
              </a:lnSpc>
              <a:spcBef>
                <a:spcPts val="1600"/>
              </a:spcBef>
              <a:spcAft>
                <a:spcPts val="0"/>
              </a:spcAft>
              <a:buSzPts val="1400"/>
              <a:buNone/>
            </a:pPr>
            <a:r>
              <a:rPr lang="en" dirty="0"/>
              <a:t>Then add the data-bs-target="#id" attribute to link.</a:t>
            </a:r>
          </a:p>
          <a:p>
            <a:pPr marL="0" marR="0" lvl="0" indent="0" algn="l" rtl="0">
              <a:lnSpc>
                <a:spcPct val="115000"/>
              </a:lnSpc>
              <a:spcBef>
                <a:spcPts val="1600"/>
              </a:spcBef>
              <a:spcAft>
                <a:spcPts val="0"/>
              </a:spcAft>
              <a:buSzPts val="1400"/>
              <a:buNone/>
            </a:pPr>
            <a:r>
              <a:rPr lang="en-SG" dirty="0">
                <a:hlinkClick r:id="rId3"/>
              </a:rPr>
              <a:t>https://getbootstrap.com/docs/5.3/components/collapse/</a:t>
            </a:r>
            <a:endParaRPr lang="en" dirty="0"/>
          </a:p>
          <a:p>
            <a:pPr marL="0" marR="0" lvl="0" indent="0" algn="l" rtl="0">
              <a:lnSpc>
                <a:spcPct val="115000"/>
              </a:lnSpc>
              <a:spcBef>
                <a:spcPts val="1600"/>
              </a:spcBef>
              <a:spcAft>
                <a:spcPts val="0"/>
              </a:spcAft>
              <a:buSzPts val="1400"/>
              <a:buNone/>
            </a:pPr>
            <a:endParaRPr dirty="0"/>
          </a:p>
        </p:txBody>
      </p:sp>
      <p:sp>
        <p:nvSpPr>
          <p:cNvPr id="259" name="Google Shape;259;p27"/>
          <p:cNvSpPr txBox="1">
            <a:spLocks noGrp="1"/>
          </p:cNvSpPr>
          <p:nvPr>
            <p:ph type="body" idx="2"/>
          </p:nvPr>
        </p:nvSpPr>
        <p:spPr>
          <a:xfrm>
            <a:off x="5478780" y="1225225"/>
            <a:ext cx="335352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Examples</a:t>
            </a:r>
            <a:endParaRPr b="1" dirty="0"/>
          </a:p>
          <a:p>
            <a:pPr marL="0" lvl="0" indent="0" algn="l" rtl="0">
              <a:lnSpc>
                <a:spcPct val="115000"/>
              </a:lnSpc>
              <a:spcBef>
                <a:spcPts val="1600"/>
              </a:spcBef>
              <a:spcAft>
                <a:spcPts val="1600"/>
              </a:spcAft>
              <a:buClr>
                <a:schemeClr val="dk1"/>
              </a:buClr>
              <a:buSzPts val="1100"/>
              <a:buFont typeface="Arial"/>
              <a:buNone/>
            </a:pPr>
            <a:r>
              <a:rPr lang="en" i="1" dirty="0"/>
              <a:t>wk3example11.html</a:t>
            </a:r>
            <a:endParaRPr i="1"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2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Card</a:t>
            </a:r>
            <a:endParaRPr/>
          </a:p>
        </p:txBody>
      </p:sp>
      <p:sp>
        <p:nvSpPr>
          <p:cNvPr id="265" name="Google Shape;265;p28"/>
          <p:cNvSpPr txBox="1">
            <a:spLocks noGrp="1"/>
          </p:cNvSpPr>
          <p:nvPr>
            <p:ph type="body" idx="1"/>
          </p:nvPr>
        </p:nvSpPr>
        <p:spPr>
          <a:xfrm>
            <a:off x="311700" y="1225225"/>
            <a:ext cx="474036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Clr>
                <a:schemeClr val="dk1"/>
              </a:buClr>
              <a:buSzPts val="1100"/>
              <a:buFont typeface="Arial"/>
              <a:buNone/>
            </a:pPr>
            <a:r>
              <a:rPr lang="en" dirty="0"/>
              <a:t>Bootstrap provides a ready-to-use card that can contain image and text</a:t>
            </a:r>
            <a:endParaRPr dirty="0"/>
          </a:p>
          <a:p>
            <a:pPr marL="0" lvl="0" indent="0" algn="l" rtl="0">
              <a:lnSpc>
                <a:spcPct val="115000"/>
              </a:lnSpc>
              <a:spcBef>
                <a:spcPts val="600"/>
              </a:spcBef>
              <a:spcAft>
                <a:spcPts val="0"/>
              </a:spcAft>
              <a:buClr>
                <a:schemeClr val="dk1"/>
              </a:buClr>
              <a:buSzPts val="1100"/>
              <a:buFont typeface="Arial"/>
              <a:buNone/>
            </a:pPr>
            <a:endParaRPr lang="en-US" dirty="0"/>
          </a:p>
          <a:p>
            <a:pPr marL="0" lvl="0" indent="0" algn="l" rtl="0">
              <a:lnSpc>
                <a:spcPct val="115000"/>
              </a:lnSpc>
              <a:spcBef>
                <a:spcPts val="600"/>
              </a:spcBef>
              <a:spcAft>
                <a:spcPts val="0"/>
              </a:spcAft>
              <a:buClr>
                <a:schemeClr val="dk1"/>
              </a:buClr>
              <a:buSzPts val="1100"/>
              <a:buFont typeface="Arial"/>
              <a:buNone/>
            </a:pPr>
            <a:r>
              <a:rPr lang="en-SG" dirty="0">
                <a:hlinkClick r:id="rId3"/>
              </a:rPr>
              <a:t>https://getbootstrap.com/docs/5.3/components/card/</a:t>
            </a:r>
            <a:endParaRPr lang="en-SG" dirty="0"/>
          </a:p>
          <a:p>
            <a:pPr marL="0" lvl="0" indent="0" algn="l" rtl="0">
              <a:lnSpc>
                <a:spcPct val="115000"/>
              </a:lnSpc>
              <a:spcBef>
                <a:spcPts val="600"/>
              </a:spcBef>
              <a:spcAft>
                <a:spcPts val="0"/>
              </a:spcAft>
              <a:buClr>
                <a:schemeClr val="dk1"/>
              </a:buClr>
              <a:buSzPts val="1100"/>
              <a:buFont typeface="Arial"/>
              <a:buNone/>
            </a:pPr>
            <a:endParaRPr dirty="0"/>
          </a:p>
        </p:txBody>
      </p:sp>
      <p:sp>
        <p:nvSpPr>
          <p:cNvPr id="266" name="Google Shape;266;p28"/>
          <p:cNvSpPr txBox="1">
            <a:spLocks noGrp="1"/>
          </p:cNvSpPr>
          <p:nvPr>
            <p:ph type="body" idx="2"/>
          </p:nvPr>
        </p:nvSpPr>
        <p:spPr>
          <a:xfrm>
            <a:off x="5524500" y="1225225"/>
            <a:ext cx="33078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Examples</a:t>
            </a:r>
            <a:endParaRPr b="1" dirty="0"/>
          </a:p>
          <a:p>
            <a:pPr marL="0" lvl="0" indent="0" algn="l" rtl="0">
              <a:lnSpc>
                <a:spcPct val="115000"/>
              </a:lnSpc>
              <a:spcBef>
                <a:spcPts val="1600"/>
              </a:spcBef>
              <a:spcAft>
                <a:spcPts val="1600"/>
              </a:spcAft>
              <a:buClr>
                <a:schemeClr val="dk1"/>
              </a:buClr>
              <a:buSzPts val="1100"/>
              <a:buFont typeface="Arial"/>
              <a:buNone/>
            </a:pPr>
            <a:r>
              <a:rPr lang="en" i="1" dirty="0"/>
              <a:t>wk3example12.html</a:t>
            </a:r>
            <a:endParaRPr i="1" dirty="0"/>
          </a:p>
        </p:txBody>
      </p:sp>
      <p:pic>
        <p:nvPicPr>
          <p:cNvPr id="267" name="Google Shape;267;p28"/>
          <p:cNvPicPr preferRelativeResize="0"/>
          <p:nvPr/>
        </p:nvPicPr>
        <p:blipFill rotWithShape="1">
          <a:blip r:embed="rId4">
            <a:alphaModFix/>
          </a:blip>
          <a:srcRect/>
          <a:stretch/>
        </p:blipFill>
        <p:spPr>
          <a:xfrm>
            <a:off x="5524500" y="2196815"/>
            <a:ext cx="1981200" cy="25717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Carousel</a:t>
            </a:r>
            <a:endParaRPr/>
          </a:p>
        </p:txBody>
      </p:sp>
      <p:sp>
        <p:nvSpPr>
          <p:cNvPr id="273" name="Google Shape;273;p29"/>
          <p:cNvSpPr txBox="1">
            <a:spLocks noGrp="1"/>
          </p:cNvSpPr>
          <p:nvPr>
            <p:ph type="body" idx="1"/>
          </p:nvPr>
        </p:nvSpPr>
        <p:spPr>
          <a:xfrm>
            <a:off x="311700" y="1225225"/>
            <a:ext cx="500706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600"/>
              </a:spcBef>
              <a:spcAft>
                <a:spcPts val="0"/>
              </a:spcAft>
              <a:buClr>
                <a:schemeClr val="dk1"/>
              </a:buClr>
              <a:buSzPts val="1100"/>
              <a:buFont typeface="Arial"/>
              <a:buNone/>
            </a:pPr>
            <a:r>
              <a:rPr lang="en" dirty="0"/>
              <a:t>The carousel is a slideshow for cycling through a series of content, built with CSS 3D transforms and a bit of JavaScript. It works with a series of images, text, or custom markup. It also includes support for previous/next controls and indicators.</a:t>
            </a:r>
            <a:endParaRPr dirty="0"/>
          </a:p>
          <a:p>
            <a:pPr marL="0" marR="0" lvl="0" indent="0" algn="l" rtl="0">
              <a:lnSpc>
                <a:spcPct val="115000"/>
              </a:lnSpc>
              <a:spcBef>
                <a:spcPts val="600"/>
              </a:spcBef>
              <a:spcAft>
                <a:spcPts val="0"/>
              </a:spcAft>
              <a:buClr>
                <a:schemeClr val="dk1"/>
              </a:buClr>
              <a:buSzPts val="1100"/>
              <a:buFont typeface="Arial"/>
              <a:buNone/>
            </a:pPr>
            <a:endParaRPr lang="en-US" dirty="0"/>
          </a:p>
          <a:p>
            <a:pPr marL="0" marR="0" lvl="0" indent="0" algn="l" rtl="0">
              <a:lnSpc>
                <a:spcPct val="115000"/>
              </a:lnSpc>
              <a:spcBef>
                <a:spcPts val="600"/>
              </a:spcBef>
              <a:spcAft>
                <a:spcPts val="0"/>
              </a:spcAft>
              <a:buClr>
                <a:schemeClr val="dk1"/>
              </a:buClr>
              <a:buSzPts val="1100"/>
              <a:buFont typeface="Arial"/>
              <a:buNone/>
            </a:pPr>
            <a:r>
              <a:rPr lang="en-SG" dirty="0">
                <a:hlinkClick r:id="rId3"/>
              </a:rPr>
              <a:t>https://getbootstrap.com/docs/5.3/components/carousel/</a:t>
            </a:r>
            <a:endParaRPr lang="en-SG" dirty="0"/>
          </a:p>
          <a:p>
            <a:pPr marL="0" marR="0" lvl="0" indent="0" algn="l" rtl="0">
              <a:lnSpc>
                <a:spcPct val="115000"/>
              </a:lnSpc>
              <a:spcBef>
                <a:spcPts val="600"/>
              </a:spcBef>
              <a:spcAft>
                <a:spcPts val="0"/>
              </a:spcAft>
              <a:buClr>
                <a:schemeClr val="dk1"/>
              </a:buClr>
              <a:buSzPts val="1100"/>
              <a:buFont typeface="Arial"/>
              <a:buNone/>
            </a:pPr>
            <a:endParaRPr dirty="0"/>
          </a:p>
        </p:txBody>
      </p:sp>
      <p:sp>
        <p:nvSpPr>
          <p:cNvPr id="274" name="Google Shape;274;p29"/>
          <p:cNvSpPr txBox="1">
            <a:spLocks noGrp="1"/>
          </p:cNvSpPr>
          <p:nvPr>
            <p:ph type="body" idx="2"/>
          </p:nvPr>
        </p:nvSpPr>
        <p:spPr>
          <a:xfrm>
            <a:off x="5486400" y="1225225"/>
            <a:ext cx="3345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Examples</a:t>
            </a:r>
            <a:endParaRPr b="1" dirty="0"/>
          </a:p>
          <a:p>
            <a:pPr marL="0" lvl="0" indent="0" algn="l" rtl="0">
              <a:lnSpc>
                <a:spcPct val="115000"/>
              </a:lnSpc>
              <a:spcBef>
                <a:spcPts val="1600"/>
              </a:spcBef>
              <a:spcAft>
                <a:spcPts val="1600"/>
              </a:spcAft>
              <a:buClr>
                <a:schemeClr val="dk1"/>
              </a:buClr>
              <a:buSzPts val="1100"/>
              <a:buFont typeface="Arial"/>
              <a:buNone/>
            </a:pPr>
            <a:r>
              <a:rPr lang="en" i="1" dirty="0"/>
              <a:t>wk3example13.html</a:t>
            </a:r>
            <a:endParaRPr i="1" dirty="0"/>
          </a:p>
        </p:txBody>
      </p:sp>
      <p:pic>
        <p:nvPicPr>
          <p:cNvPr id="275" name="Google Shape;275;p29"/>
          <p:cNvPicPr preferRelativeResize="0"/>
          <p:nvPr/>
        </p:nvPicPr>
        <p:blipFill rotWithShape="1">
          <a:blip r:embed="rId4">
            <a:alphaModFix/>
          </a:blip>
          <a:srcRect/>
          <a:stretch/>
        </p:blipFill>
        <p:spPr>
          <a:xfrm>
            <a:off x="5564074" y="2470081"/>
            <a:ext cx="3207266" cy="181236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0"/>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Carousel: Cont’d</a:t>
            </a:r>
            <a:endParaRPr/>
          </a:p>
        </p:txBody>
      </p:sp>
      <p:sp>
        <p:nvSpPr>
          <p:cNvPr id="281" name="Google Shape;281;p30"/>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457200" marR="0" lvl="0" indent="-317500" algn="l" rtl="0">
              <a:lnSpc>
                <a:spcPct val="115000"/>
              </a:lnSpc>
              <a:spcBef>
                <a:spcPts val="600"/>
              </a:spcBef>
              <a:spcAft>
                <a:spcPts val="0"/>
              </a:spcAft>
              <a:buSzPts val="1400"/>
              <a:buChar char="●"/>
            </a:pPr>
            <a:r>
              <a:rPr lang="en" dirty="0"/>
              <a:t>The .active class needs to be added to one of the slides otherwise the carousel will not be visible.</a:t>
            </a:r>
            <a:endParaRPr dirty="0"/>
          </a:p>
          <a:p>
            <a:pPr marL="457200" marR="0" lvl="0" indent="-317500" algn="l" rtl="0">
              <a:lnSpc>
                <a:spcPct val="115000"/>
              </a:lnSpc>
              <a:spcBef>
                <a:spcPts val="0"/>
              </a:spcBef>
              <a:spcAft>
                <a:spcPts val="0"/>
              </a:spcAft>
              <a:buSzPts val="1400"/>
              <a:buChar char="●"/>
            </a:pPr>
            <a:r>
              <a:rPr lang="en" dirty="0"/>
              <a:t>set a unique id on the .carousel for optional controls</a:t>
            </a:r>
            <a:endParaRPr dirty="0"/>
          </a:p>
          <a:p>
            <a:pPr marL="457200" marR="0" lvl="0" indent="-317500" algn="l" rtl="0">
              <a:lnSpc>
                <a:spcPct val="115000"/>
              </a:lnSpc>
              <a:spcBef>
                <a:spcPts val="0"/>
              </a:spcBef>
              <a:spcAft>
                <a:spcPts val="0"/>
              </a:spcAft>
              <a:buSzPts val="1400"/>
              <a:buChar char="●"/>
            </a:pPr>
            <a:r>
              <a:rPr lang="en"/>
              <a:t>Control and indicator elements must have a data-bs-target attribute (or href for links) that matches the id of the .carousel element.</a:t>
            </a:r>
            <a:endParaRPr dirty="0"/>
          </a:p>
          <a:p>
            <a:pPr marL="0" lvl="0" indent="0" algn="l" rtl="0">
              <a:lnSpc>
                <a:spcPct val="115000"/>
              </a:lnSpc>
              <a:spcBef>
                <a:spcPts val="600"/>
              </a:spcBef>
              <a:spcAft>
                <a:spcPts val="0"/>
              </a:spcAft>
              <a:buClr>
                <a:schemeClr val="dk1"/>
              </a:buClr>
              <a:buSzPts val="1100"/>
              <a:buFont typeface="Arial"/>
              <a:buNone/>
            </a:pPr>
            <a:endParaRPr dirty="0"/>
          </a:p>
          <a:p>
            <a:pPr marL="0" marR="0" lvl="0" indent="0" algn="l" rtl="0">
              <a:lnSpc>
                <a:spcPct val="115000"/>
              </a:lnSpc>
              <a:spcBef>
                <a:spcPts val="600"/>
              </a:spcBef>
              <a:spcAft>
                <a:spcPts val="600"/>
              </a:spcAft>
              <a:buSzPts val="1400"/>
              <a:buNone/>
            </a:pPr>
            <a:endParaRPr dirty="0"/>
          </a:p>
        </p:txBody>
      </p:sp>
      <p:sp>
        <p:nvSpPr>
          <p:cNvPr id="282" name="Google Shape;282;p30"/>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a:t>Examples</a:t>
            </a:r>
            <a:endParaRPr b="1"/>
          </a:p>
          <a:p>
            <a:pPr marL="0" lvl="0" indent="0" algn="l" rtl="0">
              <a:lnSpc>
                <a:spcPct val="115000"/>
              </a:lnSpc>
              <a:spcBef>
                <a:spcPts val="1600"/>
              </a:spcBef>
              <a:spcAft>
                <a:spcPts val="1600"/>
              </a:spcAft>
              <a:buClr>
                <a:schemeClr val="dk1"/>
              </a:buClr>
              <a:buSzPts val="1100"/>
              <a:buFont typeface="Arial"/>
              <a:buNone/>
            </a:pPr>
            <a:r>
              <a:rPr lang="en" i="1"/>
              <a:t>wk3example13.html</a:t>
            </a:r>
            <a:endParaRPr i="1"/>
          </a:p>
        </p:txBody>
      </p:sp>
      <p:pic>
        <p:nvPicPr>
          <p:cNvPr id="283" name="Google Shape;283;p30"/>
          <p:cNvPicPr preferRelativeResize="0"/>
          <p:nvPr/>
        </p:nvPicPr>
        <p:blipFill rotWithShape="1">
          <a:blip r:embed="rId3">
            <a:alphaModFix/>
          </a:blip>
          <a:srcRect/>
          <a:stretch/>
        </p:blipFill>
        <p:spPr>
          <a:xfrm>
            <a:off x="4832388" y="2683738"/>
            <a:ext cx="3038475" cy="1895475"/>
          </a:xfrm>
          <a:prstGeom prst="rect">
            <a:avLst/>
          </a:prstGeom>
          <a:noFill/>
          <a:ln>
            <a:noFill/>
          </a:ln>
        </p:spPr>
      </p:pic>
      <p:pic>
        <p:nvPicPr>
          <p:cNvPr id="284" name="Google Shape;284;p30"/>
          <p:cNvPicPr preferRelativeResize="0"/>
          <p:nvPr/>
        </p:nvPicPr>
        <p:blipFill rotWithShape="1">
          <a:blip r:embed="rId4">
            <a:alphaModFix/>
          </a:blip>
          <a:srcRect/>
          <a:stretch/>
        </p:blipFill>
        <p:spPr>
          <a:xfrm>
            <a:off x="4832400" y="2363400"/>
            <a:ext cx="3693626" cy="207702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4</a:t>
            </a:r>
            <a:endParaRPr/>
          </a:p>
        </p:txBody>
      </p:sp>
      <p:sp>
        <p:nvSpPr>
          <p:cNvPr id="290" name="Google Shape;290;p31"/>
          <p:cNvSpPr txBox="1">
            <a:spLocks noGrp="1"/>
          </p:cNvSpPr>
          <p:nvPr>
            <p:ph type="body" idx="1"/>
          </p:nvPr>
        </p:nvSpPr>
        <p:spPr>
          <a:xfrm>
            <a:off x="311700" y="1225225"/>
            <a:ext cx="27345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a:t>Add code in ex4-about.html to create a web page that looks like this.</a:t>
            </a:r>
            <a:endParaRPr sz="2400">
              <a:latin typeface="Arial"/>
              <a:ea typeface="Arial"/>
              <a:cs typeface="Arial"/>
              <a:sym typeface="Arial"/>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a:t>Hint: for the top part, consider jumbotron (</a:t>
            </a:r>
            <a:r>
              <a:rPr lang="en" i="1"/>
              <a:t>wk3example14.html</a:t>
            </a:r>
            <a:r>
              <a:rPr lang="en"/>
              <a:t>)</a:t>
            </a:r>
            <a:endParaRPr/>
          </a:p>
          <a:p>
            <a:pPr marL="0" marR="0" lvl="0" indent="0" algn="l" rtl="0">
              <a:lnSpc>
                <a:spcPct val="115000"/>
              </a:lnSpc>
              <a:spcBef>
                <a:spcPts val="600"/>
              </a:spcBef>
              <a:spcAft>
                <a:spcPts val="0"/>
              </a:spcAft>
              <a:buSzPts val="1400"/>
              <a:buNone/>
            </a:pPr>
            <a:endParaRPr/>
          </a:p>
          <a:p>
            <a:pPr marL="0" marR="0" lvl="0" indent="0" algn="l" rtl="0">
              <a:lnSpc>
                <a:spcPct val="115000"/>
              </a:lnSpc>
              <a:spcBef>
                <a:spcPts val="600"/>
              </a:spcBef>
              <a:spcAft>
                <a:spcPts val="0"/>
              </a:spcAft>
              <a:buSzPts val="1400"/>
              <a:buNone/>
            </a:pPr>
            <a:r>
              <a:rPr lang="en"/>
              <a:t>Hint: consider carousel. </a:t>
            </a:r>
            <a:endParaRPr/>
          </a:p>
          <a:p>
            <a:pPr marL="0" marR="0" lvl="0" indent="0" algn="l" rtl="0">
              <a:lnSpc>
                <a:spcPct val="115000"/>
              </a:lnSpc>
              <a:spcBef>
                <a:spcPts val="600"/>
              </a:spcBef>
              <a:spcAft>
                <a:spcPts val="0"/>
              </a:spcAft>
              <a:buSzPts val="1400"/>
              <a:buNone/>
            </a:pPr>
            <a:endParaRPr/>
          </a:p>
          <a:p>
            <a:pPr marL="0" lvl="0" indent="0" algn="l" rtl="0">
              <a:lnSpc>
                <a:spcPct val="115000"/>
              </a:lnSpc>
              <a:spcBef>
                <a:spcPts val="600"/>
              </a:spcBef>
              <a:spcAft>
                <a:spcPts val="0"/>
              </a:spcAft>
              <a:buClr>
                <a:schemeClr val="dk1"/>
              </a:buClr>
              <a:buSzPts val="1100"/>
              <a:buFont typeface="Arial"/>
              <a:buNone/>
            </a:pPr>
            <a:endParaRPr/>
          </a:p>
          <a:p>
            <a:pPr marL="0" marR="0" lvl="0" indent="0" algn="l" rtl="0">
              <a:lnSpc>
                <a:spcPct val="115000"/>
              </a:lnSpc>
              <a:spcBef>
                <a:spcPts val="600"/>
              </a:spcBef>
              <a:spcAft>
                <a:spcPts val="600"/>
              </a:spcAft>
              <a:buSzPts val="1400"/>
              <a:buNone/>
            </a:pPr>
            <a:endParaRPr/>
          </a:p>
        </p:txBody>
      </p:sp>
      <p:pic>
        <p:nvPicPr>
          <p:cNvPr id="291" name="Google Shape;291;p31"/>
          <p:cNvPicPr preferRelativeResize="0"/>
          <p:nvPr/>
        </p:nvPicPr>
        <p:blipFill rotWithShape="1">
          <a:blip r:embed="rId3">
            <a:alphaModFix/>
          </a:blip>
          <a:srcRect/>
          <a:stretch/>
        </p:blipFill>
        <p:spPr>
          <a:xfrm>
            <a:off x="3109375" y="1108425"/>
            <a:ext cx="5722926" cy="3688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32"/>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Form</a:t>
            </a:r>
            <a:endParaRPr/>
          </a:p>
        </p:txBody>
      </p:sp>
      <p:sp>
        <p:nvSpPr>
          <p:cNvPr id="297" name="Google Shape;297;p32"/>
          <p:cNvSpPr txBox="1">
            <a:spLocks noGrp="1"/>
          </p:cNvSpPr>
          <p:nvPr>
            <p:ph type="body" idx="1"/>
          </p:nvPr>
        </p:nvSpPr>
        <p:spPr>
          <a:xfrm>
            <a:off x="311700" y="1225225"/>
            <a:ext cx="476322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dirty="0"/>
              <a:t>Bootstrap provides various form control styles, layout options, and custom components for creating forms.</a:t>
            </a:r>
            <a:endParaRPr dirty="0"/>
          </a:p>
          <a:p>
            <a:pPr marL="0" marR="0" lvl="0" indent="0" algn="l" rtl="0">
              <a:lnSpc>
                <a:spcPct val="115000"/>
              </a:lnSpc>
              <a:spcBef>
                <a:spcPts val="600"/>
              </a:spcBef>
              <a:spcAft>
                <a:spcPts val="0"/>
              </a:spcAft>
              <a:buSzPts val="1400"/>
              <a:buNone/>
            </a:pPr>
            <a:r>
              <a:rPr lang="en" dirty="0"/>
              <a:t>Use appropriate type attribute on all inputs to take advantage of newer input controls like email verification and number selection.</a:t>
            </a:r>
            <a:endParaRPr dirty="0"/>
          </a:p>
          <a:p>
            <a:pPr marL="0" marR="0" lvl="0" indent="0" algn="l" rtl="0">
              <a:lnSpc>
                <a:spcPct val="115000"/>
              </a:lnSpc>
              <a:spcBef>
                <a:spcPts val="600"/>
              </a:spcBef>
              <a:spcAft>
                <a:spcPts val="600"/>
              </a:spcAft>
              <a:buSzPts val="1400"/>
              <a:buNone/>
            </a:pPr>
            <a:endParaRPr lang="en-US" dirty="0"/>
          </a:p>
          <a:p>
            <a:pPr marL="0" marR="0" lvl="0" indent="0" algn="l" rtl="0">
              <a:lnSpc>
                <a:spcPct val="115000"/>
              </a:lnSpc>
              <a:spcBef>
                <a:spcPts val="600"/>
              </a:spcBef>
              <a:spcAft>
                <a:spcPts val="600"/>
              </a:spcAft>
              <a:buSzPts val="1400"/>
              <a:buNone/>
            </a:pPr>
            <a:r>
              <a:rPr lang="en-SG" dirty="0">
                <a:hlinkClick r:id="rId3"/>
              </a:rPr>
              <a:t>https://getbootstrap.com/docs/5.3/forms/overview/</a:t>
            </a:r>
            <a:endParaRPr lang="en-SG" dirty="0"/>
          </a:p>
          <a:p>
            <a:pPr marL="0" marR="0" lvl="0" indent="0" algn="l" rtl="0">
              <a:lnSpc>
                <a:spcPct val="115000"/>
              </a:lnSpc>
              <a:spcBef>
                <a:spcPts val="600"/>
              </a:spcBef>
              <a:spcAft>
                <a:spcPts val="600"/>
              </a:spcAft>
              <a:buSzPts val="1400"/>
              <a:buNone/>
            </a:pPr>
            <a:endParaRPr dirty="0"/>
          </a:p>
        </p:txBody>
      </p:sp>
      <p:sp>
        <p:nvSpPr>
          <p:cNvPr id="298" name="Google Shape;298;p32"/>
          <p:cNvSpPr txBox="1">
            <a:spLocks noGrp="1"/>
          </p:cNvSpPr>
          <p:nvPr>
            <p:ph type="body" idx="2"/>
          </p:nvPr>
        </p:nvSpPr>
        <p:spPr>
          <a:xfrm>
            <a:off x="5265420" y="1225225"/>
            <a:ext cx="356688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 </a:t>
            </a:r>
            <a:endParaRPr b="1" dirty="0"/>
          </a:p>
          <a:p>
            <a:pPr marL="0" lvl="0" indent="0" algn="l" rtl="0">
              <a:lnSpc>
                <a:spcPct val="115000"/>
              </a:lnSpc>
              <a:spcBef>
                <a:spcPts val="1600"/>
              </a:spcBef>
              <a:spcAft>
                <a:spcPts val="1600"/>
              </a:spcAft>
              <a:buSzPts val="1400"/>
              <a:buNone/>
            </a:pPr>
            <a:r>
              <a:rPr lang="en" i="1" dirty="0"/>
              <a:t>wk3example15.html</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3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5</a:t>
            </a:r>
            <a:endParaRPr/>
          </a:p>
        </p:txBody>
      </p:sp>
      <p:sp>
        <p:nvSpPr>
          <p:cNvPr id="304" name="Google Shape;304;p33"/>
          <p:cNvSpPr txBox="1">
            <a:spLocks noGrp="1"/>
          </p:cNvSpPr>
          <p:nvPr>
            <p:ph type="body" idx="1"/>
          </p:nvPr>
        </p:nvSpPr>
        <p:spPr>
          <a:xfrm>
            <a:off x="311700" y="1225225"/>
            <a:ext cx="27345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600"/>
              </a:spcBef>
              <a:spcAft>
                <a:spcPts val="0"/>
              </a:spcAft>
              <a:buSzPts val="1400"/>
              <a:buNone/>
            </a:pPr>
            <a:r>
              <a:rPr lang="en" dirty="0"/>
              <a:t>Add code in ex5-signup.html to create a sign up form that looks like this.</a:t>
            </a:r>
            <a:endParaRPr dirty="0"/>
          </a:p>
          <a:p>
            <a:pPr marL="0" marR="0" lvl="0" indent="0" algn="l" rtl="0">
              <a:lnSpc>
                <a:spcPct val="115000"/>
              </a:lnSpc>
              <a:spcBef>
                <a:spcPts val="600"/>
              </a:spcBef>
              <a:spcAft>
                <a:spcPts val="0"/>
              </a:spcAft>
              <a:buSzPts val="1400"/>
              <a:buNone/>
            </a:pPr>
            <a:endParaRPr dirty="0"/>
          </a:p>
          <a:p>
            <a:pPr marL="0" marR="0" lvl="0" indent="0" algn="l" rtl="0">
              <a:lnSpc>
                <a:spcPct val="115000"/>
              </a:lnSpc>
              <a:spcBef>
                <a:spcPts val="600"/>
              </a:spcBef>
              <a:spcAft>
                <a:spcPts val="0"/>
              </a:spcAft>
              <a:buSzPts val="1400"/>
              <a:buNone/>
            </a:pPr>
            <a:r>
              <a:rPr lang="en" dirty="0"/>
              <a:t>Hint</a:t>
            </a:r>
            <a:r>
              <a:rPr lang="en"/>
              <a:t>: form</a:t>
            </a:r>
            <a:endParaRPr/>
          </a:p>
          <a:p>
            <a:pPr marL="0" marR="0" lvl="0" indent="0" algn="l" rtl="0">
              <a:lnSpc>
                <a:spcPct val="115000"/>
              </a:lnSpc>
              <a:spcBef>
                <a:spcPts val="600"/>
              </a:spcBef>
              <a:spcAft>
                <a:spcPts val="0"/>
              </a:spcAft>
              <a:buSzPts val="1400"/>
              <a:buNone/>
            </a:pPr>
            <a:endParaRPr dirty="0"/>
          </a:p>
          <a:p>
            <a:pPr marL="0" marR="0" lvl="0" indent="0" algn="l" rtl="0">
              <a:lnSpc>
                <a:spcPct val="115000"/>
              </a:lnSpc>
              <a:spcBef>
                <a:spcPts val="600"/>
              </a:spcBef>
              <a:spcAft>
                <a:spcPts val="600"/>
              </a:spcAft>
              <a:buSzPts val="1400"/>
              <a:buNone/>
            </a:pPr>
            <a:endParaRPr dirty="0"/>
          </a:p>
        </p:txBody>
      </p:sp>
      <p:pic>
        <p:nvPicPr>
          <p:cNvPr id="305" name="Google Shape;305;p33"/>
          <p:cNvPicPr preferRelativeResize="0"/>
          <p:nvPr/>
        </p:nvPicPr>
        <p:blipFill rotWithShape="1">
          <a:blip r:embed="rId3">
            <a:alphaModFix/>
          </a:blip>
          <a:srcRect/>
          <a:stretch/>
        </p:blipFill>
        <p:spPr>
          <a:xfrm>
            <a:off x="3138050" y="1550525"/>
            <a:ext cx="5793000" cy="2703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Navs</a:t>
            </a:r>
            <a:endParaRPr/>
          </a:p>
        </p:txBody>
      </p:sp>
      <p:sp>
        <p:nvSpPr>
          <p:cNvPr id="311" name="Google Shape;311;p34"/>
          <p:cNvSpPr txBox="1">
            <a:spLocks noGrp="1"/>
          </p:cNvSpPr>
          <p:nvPr>
            <p:ph type="body" idx="1"/>
          </p:nvPr>
        </p:nvSpPr>
        <p:spPr>
          <a:xfrm>
            <a:off x="311700" y="1225225"/>
            <a:ext cx="354402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Bootstrap provides ready-to-use, flexible, well-styled navigation links and bars.</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SG" dirty="0">
                <a:hlinkClick r:id="rId3"/>
              </a:rPr>
              <a:t>https://getbootstrap.com/docs/5.3/components/navs-tabs/</a:t>
            </a:r>
            <a:endParaRPr lang="en" dirty="0"/>
          </a:p>
          <a:p>
            <a:pPr marL="0" marR="0" lvl="0" indent="0" algn="l" rtl="0">
              <a:lnSpc>
                <a:spcPct val="115000"/>
              </a:lnSpc>
              <a:spcBef>
                <a:spcPts val="0"/>
              </a:spcBef>
              <a:spcAft>
                <a:spcPts val="0"/>
              </a:spcAft>
              <a:buSzPts val="1400"/>
              <a:buNone/>
            </a:pPr>
            <a:endParaRPr dirty="0"/>
          </a:p>
        </p:txBody>
      </p:sp>
      <p:sp>
        <p:nvSpPr>
          <p:cNvPr id="312" name="Google Shape;312;p34"/>
          <p:cNvSpPr txBox="1">
            <a:spLocks noGrp="1"/>
          </p:cNvSpPr>
          <p:nvPr>
            <p:ph type="body" idx="2"/>
          </p:nvPr>
        </p:nvSpPr>
        <p:spPr>
          <a:xfrm>
            <a:off x="4290060" y="1225225"/>
            <a:ext cx="471114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 </a:t>
            </a:r>
            <a:r>
              <a:rPr lang="en" i="1" dirty="0"/>
              <a:t>wk3example16.html</a:t>
            </a:r>
            <a:endParaRPr b="1" dirty="0"/>
          </a:p>
          <a:p>
            <a:pPr marL="0" lvl="0" indent="0" algn="l" rtl="0">
              <a:lnSpc>
                <a:spcPct val="115000"/>
              </a:lnSpc>
              <a:spcBef>
                <a:spcPts val="0"/>
              </a:spcBef>
              <a:spcAft>
                <a:spcPts val="0"/>
              </a:spcAft>
              <a:buSzPts val="1400"/>
              <a:buNone/>
            </a:pPr>
            <a:r>
              <a:rPr lang="en" sz="1100" dirty="0"/>
              <a:t>&lt;ul class="nav"&gt;</a:t>
            </a:r>
            <a:endParaRPr sz="1100" dirty="0"/>
          </a:p>
          <a:p>
            <a:pPr marL="0" lvl="0" indent="0" algn="l" rtl="0">
              <a:lnSpc>
                <a:spcPct val="115000"/>
              </a:lnSpc>
              <a:spcBef>
                <a:spcPts val="0"/>
              </a:spcBef>
              <a:spcAft>
                <a:spcPts val="0"/>
              </a:spcAft>
              <a:buSzPts val="1400"/>
              <a:buNone/>
            </a:pPr>
            <a:r>
              <a:rPr lang="en" sz="1100" dirty="0"/>
              <a:t>   &lt;li class="nav-item"&gt;</a:t>
            </a:r>
            <a:endParaRPr sz="1100" dirty="0"/>
          </a:p>
          <a:p>
            <a:pPr marL="0" lvl="0" indent="0" algn="l" rtl="0">
              <a:lnSpc>
                <a:spcPct val="115000"/>
              </a:lnSpc>
              <a:spcBef>
                <a:spcPts val="0"/>
              </a:spcBef>
              <a:spcAft>
                <a:spcPts val="0"/>
              </a:spcAft>
              <a:buSzPts val="1400"/>
              <a:buNone/>
            </a:pPr>
            <a:r>
              <a:rPr lang="en" sz="1100" dirty="0"/>
              <a:t>  	&lt;a class="nav-link" href="/home.php"&gt;Home&lt;/a&gt;</a:t>
            </a:r>
            <a:endParaRPr sz="1100" dirty="0"/>
          </a:p>
          <a:p>
            <a:pPr marL="0" lvl="0" indent="0" algn="l" rtl="0">
              <a:lnSpc>
                <a:spcPct val="115000"/>
              </a:lnSpc>
              <a:spcBef>
                <a:spcPts val="0"/>
              </a:spcBef>
              <a:spcAft>
                <a:spcPts val="0"/>
              </a:spcAft>
              <a:buSzPts val="1400"/>
              <a:buNone/>
            </a:pPr>
            <a:r>
              <a:rPr lang="en" sz="1100" dirty="0"/>
              <a:t>   &lt;/li&gt;</a:t>
            </a:r>
            <a:endParaRPr sz="1100" dirty="0"/>
          </a:p>
          <a:p>
            <a:pPr marL="0" lvl="0" indent="0" algn="l" rtl="0">
              <a:lnSpc>
                <a:spcPct val="115000"/>
              </a:lnSpc>
              <a:spcBef>
                <a:spcPts val="0"/>
              </a:spcBef>
              <a:spcAft>
                <a:spcPts val="0"/>
              </a:spcAft>
              <a:buSzPts val="1400"/>
              <a:buNone/>
            </a:pPr>
            <a:r>
              <a:rPr lang="en" sz="1100" dirty="0"/>
              <a:t>   &lt;li class="nav-item"&gt;</a:t>
            </a:r>
            <a:endParaRPr sz="1100" dirty="0"/>
          </a:p>
          <a:p>
            <a:pPr marL="0" lvl="0" indent="0" algn="l" rtl="0">
              <a:lnSpc>
                <a:spcPct val="115000"/>
              </a:lnSpc>
              <a:spcBef>
                <a:spcPts val="0"/>
              </a:spcBef>
              <a:spcAft>
                <a:spcPts val="0"/>
              </a:spcAft>
              <a:buSzPts val="1400"/>
              <a:buNone/>
            </a:pPr>
            <a:r>
              <a:rPr lang="en" sz="1100" dirty="0"/>
              <a:t>  	&lt;a class="nav-link" href="/login.php"&gt;Log In&lt;/a&gt;</a:t>
            </a:r>
            <a:endParaRPr sz="1100" dirty="0"/>
          </a:p>
          <a:p>
            <a:pPr marL="0" lvl="0" indent="0" algn="l" rtl="0">
              <a:lnSpc>
                <a:spcPct val="115000"/>
              </a:lnSpc>
              <a:spcBef>
                <a:spcPts val="0"/>
              </a:spcBef>
              <a:spcAft>
                <a:spcPts val="0"/>
              </a:spcAft>
              <a:buSzPts val="1400"/>
              <a:buNone/>
            </a:pPr>
            <a:r>
              <a:rPr lang="en" sz="1100" dirty="0"/>
              <a:t>   &lt;/li&gt;</a:t>
            </a:r>
            <a:endParaRPr sz="1100" dirty="0"/>
          </a:p>
          <a:p>
            <a:pPr marL="0" lvl="0" indent="0" algn="l" rtl="0">
              <a:lnSpc>
                <a:spcPct val="115000"/>
              </a:lnSpc>
              <a:spcBef>
                <a:spcPts val="0"/>
              </a:spcBef>
              <a:spcAft>
                <a:spcPts val="0"/>
              </a:spcAft>
              <a:buSzPts val="1400"/>
              <a:buNone/>
            </a:pPr>
            <a:r>
              <a:rPr lang="en" sz="1100" dirty="0"/>
              <a:t>   &lt;li class="nav-item"&gt;</a:t>
            </a:r>
            <a:endParaRPr sz="1100" dirty="0"/>
          </a:p>
          <a:p>
            <a:pPr marL="0" lvl="0" indent="0" algn="l" rtl="0">
              <a:lnSpc>
                <a:spcPct val="115000"/>
              </a:lnSpc>
              <a:spcBef>
                <a:spcPts val="0"/>
              </a:spcBef>
              <a:spcAft>
                <a:spcPts val="0"/>
              </a:spcAft>
              <a:buSzPts val="1400"/>
              <a:buNone/>
            </a:pPr>
            <a:r>
              <a:rPr lang="en" sz="1100" dirty="0"/>
              <a:t>  	&lt;a class="nav-link" href="/logout.php"&gt;Log Out&lt;/a&gt;</a:t>
            </a:r>
            <a:endParaRPr sz="1100" dirty="0"/>
          </a:p>
          <a:p>
            <a:pPr marL="0" lvl="0" indent="0" algn="l" rtl="0">
              <a:lnSpc>
                <a:spcPct val="115000"/>
              </a:lnSpc>
              <a:spcBef>
                <a:spcPts val="0"/>
              </a:spcBef>
              <a:spcAft>
                <a:spcPts val="0"/>
              </a:spcAft>
              <a:buSzPts val="1400"/>
              <a:buNone/>
            </a:pPr>
            <a:r>
              <a:rPr lang="en" sz="1100" dirty="0"/>
              <a:t>   &lt;/li&gt;</a:t>
            </a:r>
            <a:endParaRPr sz="1100" dirty="0"/>
          </a:p>
          <a:p>
            <a:pPr marL="0" lvl="0" indent="0" algn="l" rtl="0">
              <a:lnSpc>
                <a:spcPct val="115000"/>
              </a:lnSpc>
              <a:spcBef>
                <a:spcPts val="0"/>
              </a:spcBef>
              <a:spcAft>
                <a:spcPts val="0"/>
              </a:spcAft>
              <a:buSzPts val="1400"/>
              <a:buNone/>
            </a:pPr>
            <a:r>
              <a:rPr lang="en" sz="1100" dirty="0"/>
              <a:t>&lt;/ul&gt; </a:t>
            </a:r>
            <a:endParaRPr sz="1100" dirty="0"/>
          </a:p>
          <a:p>
            <a:pPr marL="0" lvl="0" indent="0" algn="l" rtl="0">
              <a:lnSpc>
                <a:spcPct val="115000"/>
              </a:lnSpc>
              <a:spcBef>
                <a:spcPts val="0"/>
              </a:spcBef>
              <a:spcAft>
                <a:spcPts val="0"/>
              </a:spcAft>
              <a:buSzPts val="1400"/>
              <a:buNone/>
            </a:pPr>
            <a:endParaRPr sz="1100" dirty="0"/>
          </a:p>
          <a:p>
            <a:pPr marL="0" lvl="0" indent="0" algn="l" rtl="0">
              <a:lnSpc>
                <a:spcPct val="115000"/>
              </a:lnSpc>
              <a:spcBef>
                <a:spcPts val="0"/>
              </a:spcBef>
              <a:spcAft>
                <a:spcPts val="0"/>
              </a:spcAft>
              <a:buSzPts val="1400"/>
              <a:buNone/>
            </a:pPr>
            <a:endParaRPr dirty="0"/>
          </a:p>
          <a:p>
            <a:pPr marL="0" marR="0" lvl="0" indent="0" algn="l" rtl="0">
              <a:lnSpc>
                <a:spcPct val="115000"/>
              </a:lnSpc>
              <a:spcBef>
                <a:spcPts val="1600"/>
              </a:spcBef>
              <a:spcAft>
                <a:spcPts val="1600"/>
              </a:spcAft>
              <a:buSzPts val="1400"/>
              <a:buNone/>
            </a:pPr>
            <a:endParaRPr dirty="0"/>
          </a:p>
        </p:txBody>
      </p:sp>
      <p:pic>
        <p:nvPicPr>
          <p:cNvPr id="313" name="Google Shape;313;p34"/>
          <p:cNvPicPr preferRelativeResize="0"/>
          <p:nvPr/>
        </p:nvPicPr>
        <p:blipFill rotWithShape="1">
          <a:blip r:embed="rId4">
            <a:alphaModFix/>
          </a:blip>
          <a:srcRect/>
          <a:stretch/>
        </p:blipFill>
        <p:spPr>
          <a:xfrm>
            <a:off x="447675" y="4229921"/>
            <a:ext cx="3028950" cy="5810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NavBar</a:t>
            </a:r>
            <a:endParaRPr/>
          </a:p>
        </p:txBody>
      </p:sp>
      <p:sp>
        <p:nvSpPr>
          <p:cNvPr id="319" name="Google Shape;319;p35"/>
          <p:cNvSpPr txBox="1">
            <a:spLocks noGrp="1"/>
          </p:cNvSpPr>
          <p:nvPr>
            <p:ph type="body" idx="1"/>
          </p:nvPr>
        </p:nvSpPr>
        <p:spPr>
          <a:xfrm>
            <a:off x="311700" y="1225225"/>
            <a:ext cx="550998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Bootstrap’s powerful, responsive navigation header, the navbar.</a:t>
            </a:r>
          </a:p>
          <a:p>
            <a:pPr marL="0" marR="0" lvl="0" indent="0" algn="l" rtl="0">
              <a:lnSpc>
                <a:spcPct val="115000"/>
              </a:lnSpc>
              <a:spcBef>
                <a:spcPts val="0"/>
              </a:spcBef>
              <a:spcAft>
                <a:spcPts val="0"/>
              </a:spcAft>
              <a:buSzPts val="1400"/>
              <a:buNone/>
            </a:pPr>
            <a:endParaRPr lang="en" dirty="0"/>
          </a:p>
          <a:p>
            <a:pPr marL="0" marR="0" lvl="0" indent="0" algn="l" rtl="0">
              <a:lnSpc>
                <a:spcPct val="115000"/>
              </a:lnSpc>
              <a:spcBef>
                <a:spcPts val="0"/>
              </a:spcBef>
              <a:spcAft>
                <a:spcPts val="0"/>
              </a:spcAft>
              <a:buSzPts val="1400"/>
              <a:buNone/>
            </a:pPr>
            <a:r>
              <a:rPr lang="en-SG" dirty="0">
                <a:hlinkClick r:id="rId3"/>
              </a:rPr>
              <a:t>https://getbootstrap.com/docs/5.3/components/navbar/</a:t>
            </a:r>
            <a:endParaRPr lang="en" dirty="0"/>
          </a:p>
          <a:p>
            <a:pPr marL="0" marR="0" lvl="0" indent="0" algn="l" rtl="0">
              <a:lnSpc>
                <a:spcPct val="115000"/>
              </a:lnSpc>
              <a:spcBef>
                <a:spcPts val="0"/>
              </a:spcBef>
              <a:spcAft>
                <a:spcPts val="0"/>
              </a:spcAft>
              <a:buSzPts val="1400"/>
              <a:buNone/>
            </a:pPr>
            <a:endParaRPr dirty="0"/>
          </a:p>
        </p:txBody>
      </p:sp>
      <p:sp>
        <p:nvSpPr>
          <p:cNvPr id="320" name="Google Shape;320;p35"/>
          <p:cNvSpPr txBox="1">
            <a:spLocks noGrp="1"/>
          </p:cNvSpPr>
          <p:nvPr>
            <p:ph type="body" idx="2"/>
          </p:nvPr>
        </p:nvSpPr>
        <p:spPr>
          <a:xfrm>
            <a:off x="5821680" y="1225225"/>
            <a:ext cx="317952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400"/>
              <a:buNone/>
            </a:pPr>
            <a:r>
              <a:rPr lang="en" b="1" dirty="0"/>
              <a:t>Example: </a:t>
            </a:r>
            <a:r>
              <a:rPr lang="en" i="1" dirty="0"/>
              <a:t>wk3example17.html</a:t>
            </a:r>
            <a:endParaRPr b="1" dirty="0"/>
          </a:p>
          <a:p>
            <a:pPr marL="0" lvl="0" indent="0" algn="l" rtl="0">
              <a:lnSpc>
                <a:spcPct val="115000"/>
              </a:lnSpc>
              <a:spcBef>
                <a:spcPts val="0"/>
              </a:spcBef>
              <a:spcAft>
                <a:spcPts val="0"/>
              </a:spcAft>
              <a:buSzPts val="1400"/>
              <a:buNone/>
            </a:pPr>
            <a:endParaRPr dirty="0"/>
          </a:p>
          <a:p>
            <a:pPr marL="0" lvl="0" indent="0" algn="l" rtl="0">
              <a:lnSpc>
                <a:spcPct val="115000"/>
              </a:lnSpc>
              <a:spcBef>
                <a:spcPts val="0"/>
              </a:spcBef>
              <a:spcAft>
                <a:spcPts val="0"/>
              </a:spcAft>
              <a:buSzPts val="1400"/>
              <a:buNone/>
            </a:pPr>
            <a:endParaRPr dirty="0"/>
          </a:p>
          <a:p>
            <a:pPr marL="0" marR="0" lvl="0" indent="0" algn="l" rtl="0">
              <a:lnSpc>
                <a:spcPct val="115000"/>
              </a:lnSpc>
              <a:spcBef>
                <a:spcPts val="1600"/>
              </a:spcBef>
              <a:spcAft>
                <a:spcPts val="1600"/>
              </a:spcAft>
              <a:buSzPts val="1400"/>
              <a:buNone/>
            </a:pPr>
            <a:endParaRPr dirty="0"/>
          </a:p>
        </p:txBody>
      </p:sp>
      <p:pic>
        <p:nvPicPr>
          <p:cNvPr id="321" name="Google Shape;321;p35"/>
          <p:cNvPicPr preferRelativeResize="0"/>
          <p:nvPr/>
        </p:nvPicPr>
        <p:blipFill rotWithShape="1">
          <a:blip r:embed="rId4">
            <a:alphaModFix/>
          </a:blip>
          <a:srcRect/>
          <a:stretch/>
        </p:blipFill>
        <p:spPr>
          <a:xfrm>
            <a:off x="1596788" y="3180675"/>
            <a:ext cx="5950426" cy="9504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6"/>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Extra: Accessible Rich Internet Applications Suite</a:t>
            </a:r>
            <a:endParaRPr b="1"/>
          </a:p>
        </p:txBody>
      </p:sp>
      <p:sp>
        <p:nvSpPr>
          <p:cNvPr id="327" name="Google Shape;327;p36"/>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800"/>
              <a:buNone/>
            </a:pPr>
            <a:r>
              <a:rPr lang="en">
                <a:solidFill>
                  <a:schemeClr val="hlink"/>
                </a:solidFill>
                <a:uFill>
                  <a:noFill/>
                </a:uFill>
                <a:hlinkClick r:id="rId3"/>
              </a:rPr>
              <a:t>https://www.w3.org/TR/wai-aria/</a:t>
            </a:r>
            <a:endParaRPr/>
          </a:p>
          <a:p>
            <a:pPr marL="457200" marR="0" lvl="0" indent="-342900" algn="l" rtl="0">
              <a:lnSpc>
                <a:spcPct val="115000"/>
              </a:lnSpc>
              <a:spcBef>
                <a:spcPts val="1600"/>
              </a:spcBef>
              <a:spcAft>
                <a:spcPts val="0"/>
              </a:spcAft>
              <a:buSzPts val="1800"/>
              <a:buChar char="●"/>
            </a:pPr>
            <a:r>
              <a:rPr lang="en"/>
              <a:t>WAI-ARIA is a spec defining support for making web content more accessible to people with disabilities.</a:t>
            </a:r>
            <a:endParaRPr/>
          </a:p>
          <a:p>
            <a:pPr marL="457200" marR="0" lvl="0" indent="-342900" algn="l" rtl="0">
              <a:lnSpc>
                <a:spcPct val="115000"/>
              </a:lnSpc>
              <a:spcBef>
                <a:spcPts val="0"/>
              </a:spcBef>
              <a:spcAft>
                <a:spcPts val="0"/>
              </a:spcAft>
              <a:buSzPts val="1800"/>
              <a:buChar char="●"/>
            </a:pPr>
            <a:r>
              <a:rPr lang="en"/>
              <a:t>It defines bunch of markup extensions (mostly as attributes on HTML5 elements), which can be used by the web app developer to provide additional information about the semantics of the various elements to assistive technologies like screen readers.</a:t>
            </a:r>
            <a:endParaRPr/>
          </a:p>
          <a:p>
            <a:pPr marL="457200" marR="0" lvl="0" indent="-342900" algn="l" rtl="0">
              <a:lnSpc>
                <a:spcPct val="115000"/>
              </a:lnSpc>
              <a:spcBef>
                <a:spcPts val="0"/>
              </a:spcBef>
              <a:spcAft>
                <a:spcPts val="0"/>
              </a:spcAft>
              <a:buSzPts val="1800"/>
              <a:buChar char="●"/>
            </a:pPr>
            <a:r>
              <a:rPr lang="en"/>
              <a:t>Browser interprets the ARIA markup with best effort, but the spec is created in such a way that ignoring the ARIA-specific markup will not affect the web app's functionality.</a:t>
            </a:r>
            <a:endParaRPr/>
          </a:p>
          <a:p>
            <a:pPr marL="0" marR="0" lvl="0" indent="0" algn="l" rtl="0">
              <a:lnSpc>
                <a:spcPct val="115000"/>
              </a:lnSpc>
              <a:spcBef>
                <a:spcPts val="1600"/>
              </a:spcBef>
              <a:spcAft>
                <a:spcPts val="1600"/>
              </a:spcAft>
              <a:buSzPts val="1800"/>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37"/>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Bootstrap Templates</a:t>
            </a:r>
            <a:endParaRPr/>
          </a:p>
        </p:txBody>
      </p:sp>
      <p:sp>
        <p:nvSpPr>
          <p:cNvPr id="333" name="Google Shape;333;p37"/>
          <p:cNvSpPr txBox="1">
            <a:spLocks noGrp="1"/>
          </p:cNvSpPr>
          <p:nvPr>
            <p:ph type="body" idx="1"/>
          </p:nvPr>
        </p:nvSpPr>
        <p:spPr>
          <a:xfrm>
            <a:off x="311700" y="1225225"/>
            <a:ext cx="8520600" cy="1517975"/>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dirty="0"/>
              <a:t>Go to: </a:t>
            </a:r>
            <a:r>
              <a:rPr lang="en-SG" dirty="0">
                <a:hlinkClick r:id="rId3"/>
              </a:rPr>
              <a:t>https://getbootstrap.com/docs/5.3/examples/</a:t>
            </a:r>
            <a:r>
              <a:rPr lang="en-SG" dirty="0"/>
              <a:t> </a:t>
            </a:r>
            <a:endParaRPr lang="en-SG" dirty="0">
              <a:solidFill>
                <a:schemeClr val="hlink"/>
              </a:solidFill>
              <a:uFill>
                <a:noFill/>
              </a:uFill>
            </a:endParaRPr>
          </a:p>
          <a:p>
            <a:pPr marL="457200" lvl="0" indent="-342900" algn="l" rtl="0">
              <a:lnSpc>
                <a:spcPct val="115000"/>
              </a:lnSpc>
              <a:spcBef>
                <a:spcPts val="0"/>
              </a:spcBef>
              <a:spcAft>
                <a:spcPts val="0"/>
              </a:spcAft>
              <a:buSzPts val="1800"/>
              <a:buChar char="●"/>
            </a:pPr>
            <a:r>
              <a:rPr lang="en" dirty="0"/>
              <a:t>Download examples (</a:t>
            </a:r>
            <a:r>
              <a:rPr lang="en" dirty="0">
                <a:hlinkClick r:id="rId4"/>
              </a:rPr>
              <a:t>LINK</a:t>
            </a:r>
            <a:r>
              <a:rPr lang="en" dirty="0"/>
              <a:t>)</a:t>
            </a:r>
          </a:p>
          <a:p>
            <a:pPr marL="457200" lvl="0" indent="-342900" algn="l" rtl="0">
              <a:lnSpc>
                <a:spcPct val="115000"/>
              </a:lnSpc>
              <a:spcBef>
                <a:spcPts val="0"/>
              </a:spcBef>
              <a:spcAft>
                <a:spcPts val="0"/>
              </a:spcAft>
              <a:buSzPts val="1800"/>
              <a:buChar char="●"/>
            </a:pPr>
            <a:r>
              <a:rPr lang="en" dirty="0"/>
              <a:t>Unzip the folder</a:t>
            </a:r>
            <a:endParaRPr dirty="0"/>
          </a:p>
          <a:p>
            <a:pPr marL="457200" lvl="0" indent="-342900" algn="l" rtl="0">
              <a:lnSpc>
                <a:spcPct val="115000"/>
              </a:lnSpc>
              <a:spcBef>
                <a:spcPts val="0"/>
              </a:spcBef>
              <a:spcAft>
                <a:spcPts val="0"/>
              </a:spcAft>
              <a:buSzPts val="1800"/>
              <a:buChar char="●"/>
            </a:pPr>
            <a:r>
              <a:rPr lang="en" dirty="0"/>
              <a:t>Customize bootstrap examples</a:t>
            </a:r>
            <a:endParaRPr dirty="0"/>
          </a:p>
          <a:p>
            <a:pPr marL="0" lvl="0" indent="0" algn="l" rtl="0">
              <a:lnSpc>
                <a:spcPct val="115000"/>
              </a:lnSpc>
              <a:spcBef>
                <a:spcPts val="1600"/>
              </a:spcBef>
              <a:spcAft>
                <a:spcPts val="1600"/>
              </a:spcAft>
              <a:buSzPts val="1800"/>
              <a:buNone/>
            </a:pPr>
            <a:endParaRPr dirty="0"/>
          </a:p>
        </p:txBody>
      </p:sp>
      <p:pic>
        <p:nvPicPr>
          <p:cNvPr id="4" name="Picture 3">
            <a:extLst>
              <a:ext uri="{FF2B5EF4-FFF2-40B4-BE49-F238E27FC236}">
                <a16:creationId xmlns:a16="http://schemas.microsoft.com/office/drawing/2014/main" id="{2D9DE583-C805-592E-66B6-202FB02F7B64}"/>
              </a:ext>
            </a:extLst>
          </p:cNvPr>
          <p:cNvPicPr>
            <a:picLocks noChangeAspect="1"/>
          </p:cNvPicPr>
          <p:nvPr/>
        </p:nvPicPr>
        <p:blipFill>
          <a:blip r:embed="rId5"/>
          <a:stretch>
            <a:fillRect/>
          </a:stretch>
        </p:blipFill>
        <p:spPr>
          <a:xfrm>
            <a:off x="2346959" y="2660975"/>
            <a:ext cx="4296749" cy="2112244"/>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3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Exercise 6: Album	</a:t>
            </a:r>
            <a:endParaRPr/>
          </a:p>
        </p:txBody>
      </p:sp>
      <p:sp>
        <p:nvSpPr>
          <p:cNvPr id="340" name="Google Shape;340;p38"/>
          <p:cNvSpPr txBox="1">
            <a:spLocks noGrp="1"/>
          </p:cNvSpPr>
          <p:nvPr>
            <p:ph type="body" idx="1"/>
          </p:nvPr>
        </p:nvSpPr>
        <p:spPr>
          <a:xfrm>
            <a:off x="311700" y="1225225"/>
            <a:ext cx="4032580" cy="3354000"/>
          </a:xfrm>
          <a:prstGeom prst="rect">
            <a:avLst/>
          </a:prstGeom>
          <a:noFill/>
          <a:ln>
            <a:noFill/>
          </a:ln>
        </p:spPr>
        <p:txBody>
          <a:bodyPr spcFirstLastPara="1" wrap="square" lIns="91425" tIns="91425" rIns="91425" bIns="91425" anchor="t" anchorCtr="0">
            <a:noAutofit/>
          </a:bodyPr>
          <a:lstStyle/>
          <a:p>
            <a:pPr marL="457200" lvl="0" indent="-317500" algn="l" rtl="0">
              <a:lnSpc>
                <a:spcPct val="115000"/>
              </a:lnSpc>
              <a:spcBef>
                <a:spcPts val="0"/>
              </a:spcBef>
              <a:spcAft>
                <a:spcPts val="0"/>
              </a:spcAft>
              <a:buSzPts val="1400"/>
              <a:buChar char="●"/>
            </a:pPr>
            <a:r>
              <a:rPr lang="en" dirty="0"/>
              <a:t>Unzip the folder</a:t>
            </a:r>
            <a:endParaRPr dirty="0"/>
          </a:p>
          <a:p>
            <a:pPr marL="457200" lvl="0" indent="-317500" algn="l" rtl="0">
              <a:lnSpc>
                <a:spcPct val="115000"/>
              </a:lnSpc>
              <a:spcBef>
                <a:spcPts val="0"/>
              </a:spcBef>
              <a:spcAft>
                <a:spcPts val="0"/>
              </a:spcAft>
              <a:buSzPts val="1400"/>
              <a:buChar char="●"/>
            </a:pPr>
            <a:r>
              <a:rPr lang="en" dirty="0"/>
              <a:t>Go to the unzipped folder</a:t>
            </a:r>
          </a:p>
          <a:p>
            <a:pPr marL="457200" lvl="0" indent="-317500" algn="l" rtl="0">
              <a:lnSpc>
                <a:spcPct val="115000"/>
              </a:lnSpc>
              <a:spcBef>
                <a:spcPts val="0"/>
              </a:spcBef>
              <a:spcAft>
                <a:spcPts val="0"/>
              </a:spcAft>
              <a:buSzPts val="1400"/>
              <a:buChar char="●"/>
            </a:pPr>
            <a:endParaRPr lang="en" dirty="0"/>
          </a:p>
          <a:p>
            <a:pPr marL="457200" lvl="0" indent="-317500" algn="l" rtl="0">
              <a:lnSpc>
                <a:spcPct val="115000"/>
              </a:lnSpc>
              <a:spcBef>
                <a:spcPts val="0"/>
              </a:spcBef>
              <a:spcAft>
                <a:spcPts val="0"/>
              </a:spcAft>
              <a:buSzPts val="1400"/>
              <a:buChar char="●"/>
            </a:pPr>
            <a:r>
              <a:rPr lang="en" dirty="0"/>
              <a:t>Go to the sub-folder “album” (ref: </a:t>
            </a:r>
            <a:r>
              <a:rPr lang="en-SG" dirty="0">
                <a:hlinkClick r:id="rId3"/>
              </a:rPr>
              <a:t>https://getbootstrap.com/docs/5.3/examples/album/</a:t>
            </a:r>
            <a:r>
              <a:rPr lang="en-SG" dirty="0"/>
              <a:t>)</a:t>
            </a:r>
          </a:p>
          <a:p>
            <a:pPr marL="457200" lvl="0" indent="-317500" algn="l" rtl="0">
              <a:lnSpc>
                <a:spcPct val="115000"/>
              </a:lnSpc>
              <a:spcBef>
                <a:spcPts val="0"/>
              </a:spcBef>
              <a:spcAft>
                <a:spcPts val="0"/>
              </a:spcAft>
              <a:buSzPts val="1400"/>
              <a:buChar char="●"/>
            </a:pPr>
            <a:r>
              <a:rPr lang="en" dirty="0"/>
              <a:t>Copy the sample album code into ex6 folder and create your own album page</a:t>
            </a:r>
            <a:endParaRPr sz="2400" dirty="0">
              <a:latin typeface="Arial"/>
              <a:ea typeface="Arial"/>
              <a:cs typeface="Arial"/>
              <a:sym typeface="Arial"/>
            </a:endParaRPr>
          </a:p>
          <a:p>
            <a:pPr marL="0" lvl="0" indent="0" algn="l" rtl="0">
              <a:lnSpc>
                <a:spcPct val="115000"/>
              </a:lnSpc>
              <a:spcBef>
                <a:spcPts val="1600"/>
              </a:spcBef>
              <a:spcAft>
                <a:spcPts val="1600"/>
              </a:spcAft>
              <a:buSzPts val="1400"/>
              <a:buNone/>
            </a:pPr>
            <a:endParaRPr dirty="0"/>
          </a:p>
        </p:txBody>
      </p:sp>
      <p:pic>
        <p:nvPicPr>
          <p:cNvPr id="341" name="Google Shape;341;p38"/>
          <p:cNvPicPr preferRelativeResize="0"/>
          <p:nvPr/>
        </p:nvPicPr>
        <p:blipFill rotWithShape="1">
          <a:blip r:embed="rId4">
            <a:alphaModFix/>
          </a:blip>
          <a:srcRect/>
          <a:stretch/>
        </p:blipFill>
        <p:spPr>
          <a:xfrm>
            <a:off x="4693920" y="1090275"/>
            <a:ext cx="4032580" cy="34889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39"/>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Take Away Messages</a:t>
            </a:r>
            <a:endParaRPr/>
          </a:p>
        </p:txBody>
      </p:sp>
      <p:sp>
        <p:nvSpPr>
          <p:cNvPr id="347" name="Google Shape;347;p39"/>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SzPts val="1800"/>
              <a:buChar char="●"/>
            </a:pPr>
            <a:r>
              <a:rPr lang="en"/>
              <a:t>Bootstrap pre-defines many classes.</a:t>
            </a:r>
            <a:endParaRPr/>
          </a:p>
          <a:p>
            <a:pPr marL="457200" lvl="0" indent="-342900" algn="l" rtl="0">
              <a:lnSpc>
                <a:spcPct val="115000"/>
              </a:lnSpc>
              <a:spcBef>
                <a:spcPts val="0"/>
              </a:spcBef>
              <a:spcAft>
                <a:spcPts val="0"/>
              </a:spcAft>
              <a:buSzPts val="1800"/>
              <a:buChar char="●"/>
            </a:pPr>
            <a:r>
              <a:rPr lang="en"/>
              <a:t>Use the grid system to have a responsive layout.</a:t>
            </a:r>
            <a:endParaRPr/>
          </a:p>
          <a:p>
            <a:pPr marL="0" lvl="0" indent="0" algn="l" rtl="0">
              <a:lnSpc>
                <a:spcPct val="115000"/>
              </a:lnSpc>
              <a:spcBef>
                <a:spcPts val="1600"/>
              </a:spcBef>
              <a:spcAft>
                <a:spcPts val="0"/>
              </a:spcAft>
              <a:buSzPts val="1800"/>
              <a:buNone/>
            </a:pPr>
            <a:endParaRPr/>
          </a:p>
          <a:p>
            <a:pPr marL="0" lvl="0" indent="0" algn="l" rtl="0">
              <a:lnSpc>
                <a:spcPct val="115000"/>
              </a:lnSpc>
              <a:spcBef>
                <a:spcPts val="1600"/>
              </a:spcBef>
              <a:spcAft>
                <a:spcPts val="1600"/>
              </a:spcAft>
              <a:buSzPts val="1800"/>
              <a:buNone/>
            </a:pPr>
            <a:r>
              <a:rPr lang="en"/>
              <a:t> </a:t>
            </a:r>
            <a:endParaRP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6951d41b-6b8e-4636-984f-012bff14ba18}" enabled="1" method="Privileged" siteId="{c98a79ca-5a9a-4791-a243-f06afd67464d}" removed="0"/>
</clbl:labelList>
</file>

<file path=docProps/app.xml><?xml version="1.0" encoding="utf-8"?>
<Properties xmlns="http://schemas.openxmlformats.org/officeDocument/2006/extended-properties" xmlns:vt="http://schemas.openxmlformats.org/officeDocument/2006/docPropsVTypes">
  <TotalTime>477</TotalTime>
  <Words>2530</Words>
  <Application>Microsoft Office PowerPoint</Application>
  <PresentationFormat>On-screen Show (16:9)</PresentationFormat>
  <Paragraphs>309</Paragraphs>
  <Slides>39</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Open Sans</vt:lpstr>
      <vt:lpstr>Roboto</vt:lpstr>
      <vt:lpstr>Economica</vt:lpstr>
      <vt:lpstr>Arial</vt:lpstr>
      <vt:lpstr>Consolas</vt:lpstr>
      <vt:lpstr>Calibri</vt:lpstr>
      <vt:lpstr>Luxe</vt:lpstr>
      <vt:lpstr>Web Application Development II</vt:lpstr>
      <vt:lpstr>Agenda</vt:lpstr>
      <vt:lpstr>What is Bootstrap?</vt:lpstr>
      <vt:lpstr>What is Bootstrap?</vt:lpstr>
      <vt:lpstr>Using Bootstrap</vt:lpstr>
      <vt:lpstr>Using Bootstrap</vt:lpstr>
      <vt:lpstr>Exercise 1</vt:lpstr>
      <vt:lpstr>Bootstrap Features: Grid System</vt:lpstr>
      <vt:lpstr>Bootstrap Features: Grid System</vt:lpstr>
      <vt:lpstr>Bootstrap Features: Grid System</vt:lpstr>
      <vt:lpstr>Bootstrap Features: Grid System</vt:lpstr>
      <vt:lpstr>Bootstrap Features: Breakpoints</vt:lpstr>
      <vt:lpstr>Bootstrap Features: Breakpoints</vt:lpstr>
      <vt:lpstr>Grid Content Alignment</vt:lpstr>
      <vt:lpstr>Exercise 2</vt:lpstr>
      <vt:lpstr>Text</vt:lpstr>
      <vt:lpstr>List</vt:lpstr>
      <vt:lpstr>Image</vt:lpstr>
      <vt:lpstr>Utilities: Spacing</vt:lpstr>
      <vt:lpstr>Utilities: Display</vt:lpstr>
      <vt:lpstr>Utilities: Sizing</vt:lpstr>
      <vt:lpstr>Image Centering </vt:lpstr>
      <vt:lpstr>Table </vt:lpstr>
      <vt:lpstr>Buttons</vt:lpstr>
      <vt:lpstr>Exercise 3 </vt:lpstr>
      <vt:lpstr>Dropdown </vt:lpstr>
      <vt:lpstr>Collapse </vt:lpstr>
      <vt:lpstr>Card</vt:lpstr>
      <vt:lpstr>Carousel</vt:lpstr>
      <vt:lpstr>Carousel: Cont’d</vt:lpstr>
      <vt:lpstr>Exercise 4</vt:lpstr>
      <vt:lpstr>Form</vt:lpstr>
      <vt:lpstr>Exercise 5</vt:lpstr>
      <vt:lpstr>Navs</vt:lpstr>
      <vt:lpstr>NavBar</vt:lpstr>
      <vt:lpstr>Extra: Accessible Rich Internet Applications Suite</vt:lpstr>
      <vt:lpstr>Bootstrap Templates</vt:lpstr>
      <vt:lpstr>Exercise 6: Album </vt:lpstr>
      <vt:lpstr>Take Away Messages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FWA Hua Leong</cp:lastModifiedBy>
  <cp:revision>31</cp:revision>
  <dcterms:modified xsi:type="dcterms:W3CDTF">2024-08-28T07:33:15Z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2022-08-24T14:36:02Z</vt:lpwstr>
  </property>
  <property fmtid="{D5CDD505-2E9C-101B-9397-08002B2CF9AE}" pid="4" name="MSIP_Label_6951d41b-6b8e-4636-984f-012bff14ba18_Method">
    <vt:lpwstr>Privileged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32e128a2-04ae-4f33-bb45-5297b6223f10</vt:lpwstr>
  </property>
  <property fmtid="{D5CDD505-2E9C-101B-9397-08002B2CF9AE}" pid="8" name="MSIP_Label_6951d41b-6b8e-4636-984f-012bff14ba18_ContentBits">
    <vt:lpwstr>1</vt:lpwstr>
  </property>
  <property fmtid="{D5CDD505-2E9C-101B-9397-08002B2CF9AE}" pid="9" name="ClassificationContentMarkingHeaderLocations">
    <vt:lpwstr>Luxe:3</vt:lpwstr>
  </property>
  <property fmtid="{D5CDD505-2E9C-101B-9397-08002B2CF9AE}" pid="10" name="ClassificationContentMarkingHeaderText">
    <vt:lpwstr>SMU Classification: Restricted</vt:lpwstr>
  </property>
</Properties>
</file>