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2"/>
  </p:notesMasterIdLst>
  <p:sldIdLst>
    <p:sldId id="256" r:id="rId2"/>
    <p:sldId id="327" r:id="rId3"/>
    <p:sldId id="328" r:id="rId4"/>
    <p:sldId id="325" r:id="rId5"/>
    <p:sldId id="334" r:id="rId6"/>
    <p:sldId id="324" r:id="rId7"/>
    <p:sldId id="323" r:id="rId8"/>
    <p:sldId id="322" r:id="rId9"/>
    <p:sldId id="263" r:id="rId10"/>
    <p:sldId id="264" r:id="rId11"/>
    <p:sldId id="265" r:id="rId12"/>
    <p:sldId id="336" r:id="rId13"/>
    <p:sldId id="335" r:id="rId14"/>
    <p:sldId id="269" r:id="rId15"/>
    <p:sldId id="270" r:id="rId16"/>
    <p:sldId id="271" r:id="rId17"/>
    <p:sldId id="272" r:id="rId18"/>
    <p:sldId id="341" r:id="rId19"/>
    <p:sldId id="273" r:id="rId20"/>
    <p:sldId id="274" r:id="rId21"/>
    <p:sldId id="275" r:id="rId22"/>
    <p:sldId id="276"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10" r:id="rId52"/>
    <p:sldId id="337" r:id="rId53"/>
    <p:sldId id="343" r:id="rId54"/>
    <p:sldId id="338" r:id="rId55"/>
    <p:sldId id="339" r:id="rId56"/>
    <p:sldId id="259" r:id="rId57"/>
    <p:sldId id="260" r:id="rId58"/>
    <p:sldId id="340" r:id="rId59"/>
    <p:sldId id="261" r:id="rId60"/>
    <p:sldId id="306" r:id="rId61"/>
    <p:sldId id="342" r:id="rId62"/>
    <p:sldId id="311" r:id="rId63"/>
    <p:sldId id="313" r:id="rId64"/>
    <p:sldId id="312" r:id="rId65"/>
    <p:sldId id="314" r:id="rId66"/>
    <p:sldId id="315" r:id="rId67"/>
    <p:sldId id="316" r:id="rId68"/>
    <p:sldId id="317" r:id="rId69"/>
    <p:sldId id="318" r:id="rId70"/>
    <p:sldId id="319" r:id="rId71"/>
  </p:sldIdLst>
  <p:sldSz cx="9144000" cy="5143500" type="screen16x9"/>
  <p:notesSz cx="6858000" cy="9144000"/>
  <p:embeddedFontLst>
    <p:embeddedFont>
      <p:font typeface="Arial Nova" panose="020B0504020202020204" pitchFamily="34" charset="0"/>
      <p:regular r:id="rId73"/>
      <p:bold r:id="rId74"/>
      <p:italic r:id="rId75"/>
      <p:boldItalic r:id="rId76"/>
    </p:embeddedFont>
    <p:embeddedFont>
      <p:font typeface="Helvetica Neue" panose="020B0604020202020204" charset="0"/>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3" roundtripDataSignature="AMtx7mjaLgwvFmb99B6uTL6zwCSN3bxFd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30CB41-2C66-708E-4375-360D66D35030}" name="SHAR Lwin Khin" initials="SLK" userId="S::lkshar@smu.edu.sg::33cb3c8a-ae33-4f55-be34-306cbe5b6d67" providerId="AD"/>
  <p188:author id="{BCFB2CDA-6665-FE42-4FB8-4BD22A873E77}" name="THIANG Lay Foo" initials="TF" userId="S::lfthiang@smu.edu.sg::f66ddd3b-8fd8-4b00-a4df-dc833c3567cb" providerId="AD"/>
  <p188:author id="{3F7D6EDE-54D4-4A58-044B-C9F969C74E06}" name="MOK Heng Ngee" initials="HM" userId="S::hnmok@smu.edu.sg::8f64aafb-e5cd-4532-a04e-4dee7b69c25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77" dt="2026-08-13T09:20:26.212"/>
    <p1510:client id="{17B5BF1E-89FC-95C6-B11C-D63030CF2D5F}" v="1" dt="2026-08-12T13:57:41.598"/>
    <p1510:client id="{2AAF8F68-ED18-1F5D-8308-26CF11F23816}" v="48" dt="2026-08-13T04:23:27.111"/>
    <p1510:client id="{2D57AB0F-5F5D-43F9-B44C-F6079492066A}" v="45" dt="2026-08-13T10:11:39.349"/>
    <p1510:client id="{34FC482C-2F6D-B5F6-4450-91670D399B2D}" v="10" dt="2026-08-13T09:11:57.097"/>
    <p1510:client id="{4300824E-D4F3-8F48-8E20-6A60CCF876CB}" v="8" dt="2026-08-13T06:10:19.143"/>
    <p1510:client id="{47F25D0A-236D-4C52-9F86-C206C27DA706}" v="28" dt="2026-08-13T08:27:57.221"/>
    <p1510:client id="{A2E11361-B496-6757-7E9F-E43194EB074B}" v="69" dt="2026-08-13T03:35:03.972"/>
    <p1510:client id="{DB9CC37F-FD8F-B468-A5BE-2A8019861557}" v="30" dt="2026-08-12T11:40:37.211"/>
  </p1510:revLst>
</p1510:revInfo>
</file>

<file path=ppt/tableStyles.xml><?xml version="1.0" encoding="utf-8"?>
<a:tblStyleLst xmlns:a="http://schemas.openxmlformats.org/drawingml/2006/main" def="{775D735A-9BCC-4A0A-8336-7D16119737FB}">
  <a:tblStyle styleId="{775D735A-9BCC-4A0A-8336-7D16119737F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93" y="5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90" Type="http://schemas.microsoft.com/office/2018/10/relationships/authors" Targe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customschemas.google.com/relationships/presentationmetadata" Target="metadata"/><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 Lwin Khin" userId="S::lkshar@smu.edu.sg::33cb3c8a-ae33-4f55-be34-306cbe5b6d67" providerId="AD" clId="Web-{A2E11361-B496-6757-7E9F-E43194EB074B}"/>
    <pc:docChg chg="addSld modSld">
      <pc:chgData name="SHAR Lwin Khin" userId="S::lkshar@smu.edu.sg::33cb3c8a-ae33-4f55-be34-306cbe5b6d67" providerId="AD" clId="Web-{A2E11361-B496-6757-7E9F-E43194EB074B}" dt="2026-08-13T03:35:03.972" v="68" actId="20577"/>
      <pc:docMkLst>
        <pc:docMk/>
      </pc:docMkLst>
      <pc:sldChg chg="mod modShow">
        <pc:chgData name="SHAR Lwin Khin" userId="S::lkshar@smu.edu.sg::33cb3c8a-ae33-4f55-be34-306cbe5b6d67" providerId="AD" clId="Web-{A2E11361-B496-6757-7E9F-E43194EB074B}" dt="2026-08-13T03:34:57.268" v="60"/>
        <pc:sldMkLst>
          <pc:docMk/>
          <pc:sldMk cId="0" sldId="316"/>
        </pc:sldMkLst>
      </pc:sldChg>
      <pc:sldChg chg="mod modShow">
        <pc:chgData name="SHAR Lwin Khin" userId="S::lkshar@smu.edu.sg::33cb3c8a-ae33-4f55-be34-306cbe5b6d67" providerId="AD" clId="Web-{A2E11361-B496-6757-7E9F-E43194EB074B}" dt="2026-08-13T03:34:57.268" v="61"/>
        <pc:sldMkLst>
          <pc:docMk/>
          <pc:sldMk cId="0" sldId="317"/>
        </pc:sldMkLst>
      </pc:sldChg>
      <pc:sldChg chg="modSp mod modShow">
        <pc:chgData name="SHAR Lwin Khin" userId="S::lkshar@smu.edu.sg::33cb3c8a-ae33-4f55-be34-306cbe5b6d67" providerId="AD" clId="Web-{A2E11361-B496-6757-7E9F-E43194EB074B}" dt="2026-08-13T03:35:03.972" v="68" actId="20577"/>
        <pc:sldMkLst>
          <pc:docMk/>
          <pc:sldMk cId="0" sldId="318"/>
        </pc:sldMkLst>
        <pc:spChg chg="mod">
          <ac:chgData name="SHAR Lwin Khin" userId="S::lkshar@smu.edu.sg::33cb3c8a-ae33-4f55-be34-306cbe5b6d67" providerId="AD" clId="Web-{A2E11361-B496-6757-7E9F-E43194EB074B}" dt="2026-08-13T03:35:03.972" v="68" actId="20577"/>
          <ac:spMkLst>
            <pc:docMk/>
            <pc:sldMk cId="0" sldId="318"/>
            <ac:spMk id="499" creationId="{00000000-0000-0000-0000-000000000000}"/>
          </ac:spMkLst>
        </pc:spChg>
        <pc:spChg chg="mod">
          <ac:chgData name="SHAR Lwin Khin" userId="S::lkshar@smu.edu.sg::33cb3c8a-ae33-4f55-be34-306cbe5b6d67" providerId="AD" clId="Web-{A2E11361-B496-6757-7E9F-E43194EB074B}" dt="2026-08-13T00:41:20.858" v="33" actId="20577"/>
          <ac:spMkLst>
            <pc:docMk/>
            <pc:sldMk cId="0" sldId="318"/>
            <ac:spMk id="500" creationId="{00000000-0000-0000-0000-000000000000}"/>
          </ac:spMkLst>
        </pc:spChg>
      </pc:sldChg>
      <pc:sldChg chg="modSp">
        <pc:chgData name="SHAR Lwin Khin" userId="S::lkshar@smu.edu.sg::33cb3c8a-ae33-4f55-be34-306cbe5b6d67" providerId="AD" clId="Web-{A2E11361-B496-6757-7E9F-E43194EB074B}" dt="2026-08-13T00:38:27.587" v="27"/>
        <pc:sldMkLst>
          <pc:docMk/>
          <pc:sldMk cId="945535033" sldId="322"/>
        </pc:sldMkLst>
        <pc:graphicFrameChg chg="mod modGraphic">
          <ac:chgData name="SHAR Lwin Khin" userId="S::lkshar@smu.edu.sg::33cb3c8a-ae33-4f55-be34-306cbe5b6d67" providerId="AD" clId="Web-{A2E11361-B496-6757-7E9F-E43194EB074B}" dt="2026-08-13T00:38:27.587" v="27"/>
          <ac:graphicFrameMkLst>
            <pc:docMk/>
            <pc:sldMk cId="945535033" sldId="322"/>
            <ac:graphicFrameMk id="104" creationId="{00000000-0000-0000-0000-000000000000}"/>
          </ac:graphicFrameMkLst>
        </pc:graphicFrameChg>
      </pc:sldChg>
      <pc:sldChg chg="modSp">
        <pc:chgData name="SHAR Lwin Khin" userId="S::lkshar@smu.edu.sg::33cb3c8a-ae33-4f55-be34-306cbe5b6d67" providerId="AD" clId="Web-{A2E11361-B496-6757-7E9F-E43194EB074B}" dt="2026-08-13T00:41:44.390" v="55"/>
        <pc:sldMkLst>
          <pc:docMk/>
          <pc:sldMk cId="3538096900" sldId="336"/>
        </pc:sldMkLst>
        <pc:graphicFrameChg chg="mod modGraphic">
          <ac:chgData name="SHAR Lwin Khin" userId="S::lkshar@smu.edu.sg::33cb3c8a-ae33-4f55-be34-306cbe5b6d67" providerId="AD" clId="Web-{A2E11361-B496-6757-7E9F-E43194EB074B}" dt="2026-08-13T00:41:44.390" v="55"/>
          <ac:graphicFrameMkLst>
            <pc:docMk/>
            <pc:sldMk cId="3538096900" sldId="336"/>
            <ac:graphicFrameMk id="4" creationId="{CF605074-97BF-F14E-7246-C9BDB7C753BA}"/>
          </ac:graphicFrameMkLst>
        </pc:graphicFrameChg>
      </pc:sldChg>
      <pc:sldChg chg="modSp add replId">
        <pc:chgData name="SHAR Lwin Khin" userId="S::lkshar@smu.edu.sg::33cb3c8a-ae33-4f55-be34-306cbe5b6d67" providerId="AD" clId="Web-{A2E11361-B496-6757-7E9F-E43194EB074B}" dt="2026-08-13T00:40:53.561" v="31" actId="20577"/>
        <pc:sldMkLst>
          <pc:docMk/>
          <pc:sldMk cId="3934379884" sldId="342"/>
        </pc:sldMkLst>
        <pc:spChg chg="mod">
          <ac:chgData name="SHAR Lwin Khin" userId="S::lkshar@smu.edu.sg::33cb3c8a-ae33-4f55-be34-306cbe5b6d67" providerId="AD" clId="Web-{A2E11361-B496-6757-7E9F-E43194EB074B}" dt="2026-08-13T00:40:53.561" v="31" actId="20577"/>
          <ac:spMkLst>
            <pc:docMk/>
            <pc:sldMk cId="3934379884" sldId="342"/>
            <ac:spMk id="400" creationId="{5DD674F3-12DB-8A2F-C4FC-F3811C02E822}"/>
          </ac:spMkLst>
        </pc:spChg>
      </pc:sldChg>
    </pc:docChg>
  </pc:docChgLst>
  <pc:docChgLst>
    <pc:chgData name="Jason CHUI" userId="S::jasonchui@smu.edu.sg::b866c269-6d15-4970-91eb-d8942c088c9d" providerId="AD" clId="Web-{0D918BC3-6BA2-8AE3-C1C1-C8EEB2577F2C}"/>
    <pc:docChg chg="modSld">
      <pc:chgData name="Jason CHUI" userId="S::jasonchui@smu.edu.sg::b866c269-6d15-4970-91eb-d8942c088c9d" providerId="AD" clId="Web-{0D918BC3-6BA2-8AE3-C1C1-C8EEB2577F2C}" dt="2026-08-03T02:01:27.346" v="3"/>
      <pc:docMkLst>
        <pc:docMk/>
      </pc:docMkLst>
    </pc:docChg>
  </pc:docChgLst>
  <pc:docChgLst>
    <pc:chgData name="MOK Heng Ngee" userId="S::hnmok@smu.edu.sg::8f64aafb-e5cd-4532-a04e-4dee7b69c250" providerId="AD" clId="Web-{1B2E92E5-FA06-7A23-09E1-680040559BE1}"/>
    <pc:docChg chg="modSld">
      <pc:chgData name="MOK Heng Ngee" userId="S::hnmok@smu.edu.sg::8f64aafb-e5cd-4532-a04e-4dee7b69c250" providerId="AD" clId="Web-{1B2E92E5-FA06-7A23-09E1-680040559BE1}" dt="2026-08-12T02:01:22.061" v="7"/>
      <pc:docMkLst>
        <pc:docMk/>
      </pc:docMkLst>
      <pc:sldChg chg="modSp">
        <pc:chgData name="MOK Heng Ngee" userId="S::hnmok@smu.edu.sg::8f64aafb-e5cd-4532-a04e-4dee7b69c250" providerId="AD" clId="Web-{1B2E92E5-FA06-7A23-09E1-680040559BE1}" dt="2026-08-12T02:01:22.061" v="7"/>
        <pc:sldMkLst>
          <pc:docMk/>
          <pc:sldMk cId="2971814954" sldId="323"/>
        </pc:sldMkLst>
        <pc:graphicFrameChg chg="mod modGraphic">
          <ac:chgData name="MOK Heng Ngee" userId="S::hnmok@smu.edu.sg::8f64aafb-e5cd-4532-a04e-4dee7b69c250" providerId="AD" clId="Web-{1B2E92E5-FA06-7A23-09E1-680040559BE1}" dt="2026-08-12T02:01:22.061" v="7"/>
          <ac:graphicFrameMkLst>
            <pc:docMk/>
            <pc:sldMk cId="2971814954" sldId="323"/>
            <ac:graphicFrameMk id="4" creationId="{ECE3EA32-9A8F-232E-E5FB-02223970A8B6}"/>
          </ac:graphicFrameMkLst>
        </pc:graphicFrameChg>
      </pc:sldChg>
    </pc:docChg>
  </pc:docChgLst>
  <pc:docChgLst>
    <pc:chgData name="FWA Hua Leong" userId="S::hlfwa@smu.edu.sg::73fbda70-d7c9-490d-b806-ae7c5938f604" providerId="AD" clId="Web-{D699EE87-A3A7-12AB-3A0A-1A1DF468336A}"/>
    <pc:docChg chg="modSld">
      <pc:chgData name="FWA Hua Leong" userId="S::hlfwa@smu.edu.sg::73fbda70-d7c9-490d-b806-ae7c5938f604" providerId="AD" clId="Web-{D699EE87-A3A7-12AB-3A0A-1A1DF468336A}" dt="2026-08-12T00:51:13.310" v="57"/>
      <pc:docMkLst>
        <pc:docMk/>
      </pc:docMkLst>
      <pc:sldChg chg="addSp delSp modSp">
        <pc:chgData name="FWA Hua Leong" userId="S::hlfwa@smu.edu.sg::73fbda70-d7c9-490d-b806-ae7c5938f604" providerId="AD" clId="Web-{D699EE87-A3A7-12AB-3A0A-1A1DF468336A}" dt="2026-08-12T00:51:13.310" v="57"/>
        <pc:sldMkLst>
          <pc:docMk/>
          <pc:sldMk cId="945535033" sldId="322"/>
        </pc:sldMkLst>
        <pc:graphicFrameChg chg="add del mod modGraphic">
          <ac:chgData name="FWA Hua Leong" userId="S::hlfwa@smu.edu.sg::73fbda70-d7c9-490d-b806-ae7c5938f604" providerId="AD" clId="Web-{D699EE87-A3A7-12AB-3A0A-1A1DF468336A}" dt="2026-08-12T00:46:30.158" v="17"/>
          <ac:graphicFrameMkLst>
            <pc:docMk/>
            <pc:sldMk cId="945535033" sldId="322"/>
            <ac:graphicFrameMk id="3" creationId="{EE7B9E2C-A949-8FC0-49A3-0F4FBF8DEBF2}"/>
          </ac:graphicFrameMkLst>
        </pc:graphicFrameChg>
        <pc:graphicFrameChg chg="mod modGraphic">
          <ac:chgData name="FWA Hua Leong" userId="S::hlfwa@smu.edu.sg::73fbda70-d7c9-490d-b806-ae7c5938f604" providerId="AD" clId="Web-{D699EE87-A3A7-12AB-3A0A-1A1DF468336A}" dt="2026-08-12T00:51:13.310" v="57"/>
          <ac:graphicFrameMkLst>
            <pc:docMk/>
            <pc:sldMk cId="945535033" sldId="322"/>
            <ac:graphicFrameMk id="104" creationId="{00000000-0000-0000-0000-000000000000}"/>
          </ac:graphicFrameMkLst>
        </pc:graphicFrameChg>
      </pc:sldChg>
    </pc:docChg>
  </pc:docChgLst>
  <pc:docChgLst>
    <pc:chgData name="FWA Hua Leong" userId="S::hlfwa@smu.edu.sg::73fbda70-d7c9-490d-b806-ae7c5938f604" providerId="AD" clId="Web-{00000000-0000-0000-0000-000000000000}"/>
    <pc:docChg chg="addSld modSld">
      <pc:chgData name="FWA Hua Leong" userId="S::hlfwa@smu.edu.sg::73fbda70-d7c9-490d-b806-ae7c5938f604" providerId="AD" clId="Web-{00000000-0000-0000-0000-000000000000}" dt="2026-08-13T09:20:26.212" v="342" actId="20577"/>
      <pc:docMkLst>
        <pc:docMk/>
      </pc:docMkLst>
      <pc:sldChg chg="addSp modSp new mod modClrScheme chgLayout">
        <pc:chgData name="FWA Hua Leong" userId="S::hlfwa@smu.edu.sg::73fbda70-d7c9-490d-b806-ae7c5938f604" providerId="AD" clId="Web-{00000000-0000-0000-0000-000000000000}" dt="2026-08-13T09:20:26.212" v="342" actId="20577"/>
        <pc:sldMkLst>
          <pc:docMk/>
          <pc:sldMk cId="3568824588" sldId="343"/>
        </pc:sldMkLst>
        <pc:spChg chg="mod ord">
          <ac:chgData name="FWA Hua Leong" userId="S::hlfwa@smu.edu.sg::73fbda70-d7c9-490d-b806-ae7c5938f604" providerId="AD" clId="Web-{00000000-0000-0000-0000-000000000000}" dt="2026-08-13T09:14:05.366" v="15" actId="20577"/>
          <ac:spMkLst>
            <pc:docMk/>
            <pc:sldMk cId="3568824588" sldId="343"/>
            <ac:spMk id="2" creationId="{D50BA38B-6432-57B4-B4CF-90FCD0632A5A}"/>
          </ac:spMkLst>
        </pc:spChg>
        <pc:spChg chg="add mod ord">
          <ac:chgData name="FWA Hua Leong" userId="S::hlfwa@smu.edu.sg::73fbda70-d7c9-490d-b806-ae7c5938f604" providerId="AD" clId="Web-{00000000-0000-0000-0000-000000000000}" dt="2026-08-13T09:20:26.212" v="342" actId="20577"/>
          <ac:spMkLst>
            <pc:docMk/>
            <pc:sldMk cId="3568824588" sldId="343"/>
            <ac:spMk id="3" creationId="{51FD4094-CF60-CD57-E680-5E6AFADFB09D}"/>
          </ac:spMkLst>
        </pc:spChg>
        <pc:spChg chg="add mod ord">
          <ac:chgData name="FWA Hua Leong" userId="S::hlfwa@smu.edu.sg::73fbda70-d7c9-490d-b806-ae7c5938f604" providerId="AD" clId="Web-{00000000-0000-0000-0000-000000000000}" dt="2026-08-13T09:18:17.430" v="231" actId="20577"/>
          <ac:spMkLst>
            <pc:docMk/>
            <pc:sldMk cId="3568824588" sldId="343"/>
            <ac:spMk id="4" creationId="{D4C67C0E-5816-5BEE-89B8-5BAA1E77F197}"/>
          </ac:spMkLst>
        </pc:spChg>
      </pc:sldChg>
    </pc:docChg>
  </pc:docChgLst>
  <pc:docChgLst>
    <pc:chgData name="SHAR Lwin Khin" userId="S::lkshar@smu.edu.sg::33cb3c8a-ae33-4f55-be34-306cbe5b6d67" providerId="AD" clId="Web-{2AAF8F68-ED18-1F5D-8308-26CF11F23816}"/>
    <pc:docChg chg="modSld">
      <pc:chgData name="SHAR Lwin Khin" userId="S::lkshar@smu.edu.sg::33cb3c8a-ae33-4f55-be34-306cbe5b6d67" providerId="AD" clId="Web-{2AAF8F68-ED18-1F5D-8308-26CF11F23816}" dt="2026-08-13T04:23:27.111" v="47"/>
      <pc:docMkLst>
        <pc:docMk/>
      </pc:docMkLst>
      <pc:sldChg chg="modSp mod modShow">
        <pc:chgData name="SHAR Lwin Khin" userId="S::lkshar@smu.edu.sg::33cb3c8a-ae33-4f55-be34-306cbe5b6d67" providerId="AD" clId="Web-{2AAF8F68-ED18-1F5D-8308-26CF11F23816}" dt="2026-08-13T04:22:47.360" v="2" actId="20577"/>
        <pc:sldMkLst>
          <pc:docMk/>
          <pc:sldMk cId="0" sldId="271"/>
        </pc:sldMkLst>
        <pc:spChg chg="mod">
          <ac:chgData name="SHAR Lwin Khin" userId="S::lkshar@smu.edu.sg::33cb3c8a-ae33-4f55-be34-306cbe5b6d67" providerId="AD" clId="Web-{2AAF8F68-ED18-1F5D-8308-26CF11F23816}" dt="2026-08-13T04:22:33.625" v="1" actId="20577"/>
          <ac:spMkLst>
            <pc:docMk/>
            <pc:sldMk cId="0" sldId="271"/>
            <ac:spMk id="180" creationId="{00000000-0000-0000-0000-000000000000}"/>
          </ac:spMkLst>
        </pc:spChg>
        <pc:spChg chg="mod">
          <ac:chgData name="SHAR Lwin Khin" userId="S::lkshar@smu.edu.sg::33cb3c8a-ae33-4f55-be34-306cbe5b6d67" providerId="AD" clId="Web-{2AAF8F68-ED18-1F5D-8308-26CF11F23816}" dt="2026-08-13T04:22:47.360" v="2" actId="20577"/>
          <ac:spMkLst>
            <pc:docMk/>
            <pc:sldMk cId="0" sldId="271"/>
            <ac:spMk id="181" creationId="{00000000-0000-0000-0000-000000000000}"/>
          </ac:spMkLst>
        </pc:spChg>
      </pc:sldChg>
      <pc:sldChg chg="modSp">
        <pc:chgData name="SHAR Lwin Khin" userId="S::lkshar@smu.edu.sg::33cb3c8a-ae33-4f55-be34-306cbe5b6d67" providerId="AD" clId="Web-{2AAF8F68-ED18-1F5D-8308-26CF11F23816}" dt="2026-08-13T04:23:27.111" v="47"/>
        <pc:sldMkLst>
          <pc:docMk/>
          <pc:sldMk cId="3538096900" sldId="336"/>
        </pc:sldMkLst>
        <pc:graphicFrameChg chg="mod modGraphic">
          <ac:chgData name="SHAR Lwin Khin" userId="S::lkshar@smu.edu.sg::33cb3c8a-ae33-4f55-be34-306cbe5b6d67" providerId="AD" clId="Web-{2AAF8F68-ED18-1F5D-8308-26CF11F23816}" dt="2026-08-13T04:23:27.111" v="47"/>
          <ac:graphicFrameMkLst>
            <pc:docMk/>
            <pc:sldMk cId="3538096900" sldId="336"/>
            <ac:graphicFrameMk id="4" creationId="{CF605074-97BF-F14E-7246-C9BDB7C753BA}"/>
          </ac:graphicFrameMkLst>
        </pc:graphicFrameChg>
      </pc:sldChg>
    </pc:docChg>
  </pc:docChgLst>
  <pc:docChgLst>
    <pc:chgData name="Kyong Jin SHIM" userId="S::kjshim@smu.edu.sg::4766fa2b-5177-41df-8692-66650695a1d3" providerId="AD" clId="Web-{DB9CC37F-FD8F-B468-A5BE-2A8019861557}"/>
    <pc:docChg chg="modSld">
      <pc:chgData name="Kyong Jin SHIM" userId="S::kjshim@smu.edu.sg::4766fa2b-5177-41df-8692-66650695a1d3" providerId="AD" clId="Web-{DB9CC37F-FD8F-B468-A5BE-2A8019861557}" dt="2026-08-12T11:40:35.492" v="26"/>
      <pc:docMkLst>
        <pc:docMk/>
      </pc:docMkLst>
      <pc:sldChg chg="modSp">
        <pc:chgData name="Kyong Jin SHIM" userId="S::kjshim@smu.edu.sg::4766fa2b-5177-41df-8692-66650695a1d3" providerId="AD" clId="Web-{DB9CC37F-FD8F-B468-A5BE-2A8019861557}" dt="2026-08-12T11:40:35.492" v="26"/>
        <pc:sldMkLst>
          <pc:docMk/>
          <pc:sldMk cId="945535033" sldId="322"/>
        </pc:sldMkLst>
        <pc:graphicFrameChg chg="mod modGraphic">
          <ac:chgData name="Kyong Jin SHIM" userId="S::kjshim@smu.edu.sg::4766fa2b-5177-41df-8692-66650695a1d3" providerId="AD" clId="Web-{DB9CC37F-FD8F-B468-A5BE-2A8019861557}" dt="2026-08-12T11:40:35.492" v="26"/>
          <ac:graphicFrameMkLst>
            <pc:docMk/>
            <pc:sldMk cId="945535033" sldId="322"/>
            <ac:graphicFrameMk id="104" creationId="{00000000-0000-0000-0000-000000000000}"/>
          </ac:graphicFrameMkLst>
        </pc:graphicFrameChg>
      </pc:sldChg>
    </pc:docChg>
  </pc:docChgLst>
  <pc:docChgLst>
    <pc:chgData name="Kyong Jin SHIM" userId="S::kjshim@smu.edu.sg::4766fa2b-5177-41df-8692-66650695a1d3" providerId="AD" clId="Web-{17B5BF1E-89FC-95C6-B11C-D63030CF2D5F}"/>
    <pc:docChg chg="modSld">
      <pc:chgData name="Kyong Jin SHIM" userId="S::kjshim@smu.edu.sg::4766fa2b-5177-41df-8692-66650695a1d3" providerId="AD" clId="Web-{17B5BF1E-89FC-95C6-B11C-D63030CF2D5F}" dt="2026-08-12T13:57:41.598" v="0" actId="20577"/>
      <pc:docMkLst>
        <pc:docMk/>
      </pc:docMkLst>
      <pc:sldChg chg="modSp">
        <pc:chgData name="Kyong Jin SHIM" userId="S::kjshim@smu.edu.sg::4766fa2b-5177-41df-8692-66650695a1d3" providerId="AD" clId="Web-{17B5BF1E-89FC-95C6-B11C-D63030CF2D5F}" dt="2026-08-12T13:57:41.598" v="0" actId="20577"/>
        <pc:sldMkLst>
          <pc:docMk/>
          <pc:sldMk cId="0" sldId="280"/>
        </pc:sldMkLst>
        <pc:spChg chg="mod">
          <ac:chgData name="Kyong Jin SHIM" userId="S::kjshim@smu.edu.sg::4766fa2b-5177-41df-8692-66650695a1d3" providerId="AD" clId="Web-{17B5BF1E-89FC-95C6-B11C-D63030CF2D5F}" dt="2026-08-12T13:57:41.598" v="0" actId="20577"/>
          <ac:spMkLst>
            <pc:docMk/>
            <pc:sldMk cId="0" sldId="280"/>
            <ac:spMk id="245" creationId="{00000000-0000-0000-0000-000000000000}"/>
          </ac:spMkLst>
        </pc:spChg>
      </pc:sldChg>
    </pc:docChg>
  </pc:docChgLst>
  <pc:docChgLst>
    <pc:chgData name="Jason CHUI" userId="b866c269-6d15-4970-91eb-d8942c088c9d" providerId="ADAL" clId="{D2D6D74C-C11A-4561-A086-FE4F6F2D3E39}"/>
    <pc:docChg chg="modSld">
      <pc:chgData name="Jason CHUI" userId="b866c269-6d15-4970-91eb-d8942c088c9d" providerId="ADAL" clId="{D2D6D74C-C11A-4561-A086-FE4F6F2D3E39}" dt="2026-08-13T10:11:39.349" v="43" actId="404"/>
      <pc:docMkLst>
        <pc:docMk/>
      </pc:docMkLst>
      <pc:sldChg chg="modSp mod">
        <pc:chgData name="Jason CHUI" userId="b866c269-6d15-4970-91eb-d8942c088c9d" providerId="ADAL" clId="{D2D6D74C-C11A-4561-A086-FE4F6F2D3E39}" dt="2026-08-13T03:17:53.091" v="13" actId="20577"/>
        <pc:sldMkLst>
          <pc:docMk/>
          <pc:sldMk cId="945535033" sldId="322"/>
        </pc:sldMkLst>
        <pc:spChg chg="mod">
          <ac:chgData name="Jason CHUI" userId="b866c269-6d15-4970-91eb-d8942c088c9d" providerId="ADAL" clId="{D2D6D74C-C11A-4561-A086-FE4F6F2D3E39}" dt="2026-08-13T03:17:33.712" v="6" actId="14100"/>
          <ac:spMkLst>
            <pc:docMk/>
            <pc:sldMk cId="945535033" sldId="322"/>
            <ac:spMk id="103" creationId="{00000000-0000-0000-0000-000000000000}"/>
          </ac:spMkLst>
        </pc:spChg>
        <pc:graphicFrameChg chg="mod modGraphic">
          <ac:chgData name="Jason CHUI" userId="b866c269-6d15-4970-91eb-d8942c088c9d" providerId="ADAL" clId="{D2D6D74C-C11A-4561-A086-FE4F6F2D3E39}" dt="2026-08-13T03:17:53.091" v="13" actId="20577"/>
          <ac:graphicFrameMkLst>
            <pc:docMk/>
            <pc:sldMk cId="945535033" sldId="322"/>
            <ac:graphicFrameMk id="104" creationId="{00000000-0000-0000-0000-000000000000}"/>
          </ac:graphicFrameMkLst>
        </pc:graphicFrameChg>
      </pc:sldChg>
      <pc:sldChg chg="modSp mod">
        <pc:chgData name="Jason CHUI" userId="b866c269-6d15-4970-91eb-d8942c088c9d" providerId="ADAL" clId="{D2D6D74C-C11A-4561-A086-FE4F6F2D3E39}" dt="2026-08-13T10:11:39.349" v="43" actId="404"/>
        <pc:sldMkLst>
          <pc:docMk/>
          <pc:sldMk cId="2971814954" sldId="323"/>
        </pc:sldMkLst>
        <pc:graphicFrameChg chg="mod modGraphic">
          <ac:chgData name="Jason CHUI" userId="b866c269-6d15-4970-91eb-d8942c088c9d" providerId="ADAL" clId="{D2D6D74C-C11A-4561-A086-FE4F6F2D3E39}" dt="2026-08-13T10:11:39.349" v="43" actId="404"/>
          <ac:graphicFrameMkLst>
            <pc:docMk/>
            <pc:sldMk cId="2971814954" sldId="323"/>
            <ac:graphicFrameMk id="4" creationId="{ECE3EA32-9A8F-232E-E5FB-02223970A8B6}"/>
          </ac:graphicFrameMkLst>
        </pc:graphicFrameChg>
      </pc:sldChg>
    </pc:docChg>
  </pc:docChgLst>
  <pc:docChgLst>
    <pc:chgData name="MOK Heng Ngee" userId="8f64aafb-e5cd-4532-a04e-4dee7b69c250" providerId="ADAL" clId="{01B5F822-B9D5-46AA-9BE9-E60B48553066}"/>
    <pc:docChg chg="modSld">
      <pc:chgData name="MOK Heng Ngee" userId="8f64aafb-e5cd-4532-a04e-4dee7b69c250" providerId="ADAL" clId="{01B5F822-B9D5-46AA-9BE9-E60B48553066}" dt="2026-08-13T08:27:49.589" v="17" actId="20577"/>
      <pc:docMkLst>
        <pc:docMk/>
      </pc:docMkLst>
      <pc:sldChg chg="modSp mod">
        <pc:chgData name="MOK Heng Ngee" userId="8f64aafb-e5cd-4532-a04e-4dee7b69c250" providerId="ADAL" clId="{01B5F822-B9D5-46AA-9BE9-E60B48553066}" dt="2026-08-13T08:27:49.589" v="17" actId="20577"/>
        <pc:sldMkLst>
          <pc:docMk/>
          <pc:sldMk cId="945535033" sldId="322"/>
        </pc:sldMkLst>
        <pc:graphicFrameChg chg="modGraphic">
          <ac:chgData name="MOK Heng Ngee" userId="8f64aafb-e5cd-4532-a04e-4dee7b69c250" providerId="ADAL" clId="{01B5F822-B9D5-46AA-9BE9-E60B48553066}" dt="2026-08-13T08:27:49.589" v="17" actId="20577"/>
          <ac:graphicFrameMkLst>
            <pc:docMk/>
            <pc:sldMk cId="945535033" sldId="322"/>
            <ac:graphicFrameMk id="104" creationId="{00000000-0000-0000-0000-000000000000}"/>
          </ac:graphicFrameMkLst>
        </pc:graphicFrameChg>
      </pc:sldChg>
    </pc:docChg>
  </pc:docChgLst>
  <pc:docChgLst>
    <pc:chgData name="FWA Hua Leong" userId="S::hlfwa@smu.edu.sg::73fbda70-d7c9-490d-b806-ae7c5938f604" providerId="AD" clId="Web-{34FC482C-2F6D-B5F6-4450-91670D399B2D}"/>
    <pc:docChg chg="modSld">
      <pc:chgData name="FWA Hua Leong" userId="S::hlfwa@smu.edu.sg::73fbda70-d7c9-490d-b806-ae7c5938f604" providerId="AD" clId="Web-{34FC482C-2F6D-B5F6-4450-91670D399B2D}" dt="2026-08-13T09:11:45.675" v="5"/>
      <pc:docMkLst>
        <pc:docMk/>
      </pc:docMkLst>
      <pc:sldChg chg="modSp">
        <pc:chgData name="FWA Hua Leong" userId="S::hlfwa@smu.edu.sg::73fbda70-d7c9-490d-b806-ae7c5938f604" providerId="AD" clId="Web-{34FC482C-2F6D-B5F6-4450-91670D399B2D}" dt="2026-08-13T09:11:45.675" v="5"/>
        <pc:sldMkLst>
          <pc:docMk/>
          <pc:sldMk cId="2971814954" sldId="323"/>
        </pc:sldMkLst>
        <pc:graphicFrameChg chg="mod modGraphic">
          <ac:chgData name="FWA Hua Leong" userId="S::hlfwa@smu.edu.sg::73fbda70-d7c9-490d-b806-ae7c5938f604" providerId="AD" clId="Web-{34FC482C-2F6D-B5F6-4450-91670D399B2D}" dt="2026-08-13T09:11:45.675" v="5"/>
          <ac:graphicFrameMkLst>
            <pc:docMk/>
            <pc:sldMk cId="2971814954" sldId="323"/>
            <ac:graphicFrameMk id="4" creationId="{ECE3EA32-9A8F-232E-E5FB-02223970A8B6}"/>
          </ac:graphicFrameMkLst>
        </pc:graphicFrameChg>
      </pc:sldChg>
    </pc:docChg>
  </pc:docChgLst>
  <pc:docChgLst>
    <pc:chgData name="MOK Heng Ngee" userId="S::hnmok@smu.edu.sg::8f64aafb-e5cd-4532-a04e-4dee7b69c250" providerId="AD" clId="Web-{CB69D4F7-5C52-E029-15D2-C93EDD20FCD2}"/>
    <pc:docChg chg="modSld">
      <pc:chgData name="MOK Heng Ngee" userId="S::hnmok@smu.edu.sg::8f64aafb-e5cd-4532-a04e-4dee7b69c250" providerId="AD" clId="Web-{CB69D4F7-5C52-E029-15D2-C93EDD20FCD2}" dt="2026-08-11T14:56:49.082" v="636" actId="1076"/>
      <pc:docMkLst>
        <pc:docMk/>
      </pc:docMkLst>
      <pc:sldChg chg="modSp">
        <pc:chgData name="MOK Heng Ngee" userId="S::hnmok@smu.edu.sg::8f64aafb-e5cd-4532-a04e-4dee7b69c250" providerId="AD" clId="Web-{CB69D4F7-5C52-E029-15D2-C93EDD20FCD2}" dt="2026-08-11T14:50:40.283" v="165"/>
        <pc:sldMkLst>
          <pc:docMk/>
          <pc:sldMk cId="945535033" sldId="322"/>
        </pc:sldMkLst>
        <pc:graphicFrameChg chg="mod modGraphic">
          <ac:chgData name="MOK Heng Ngee" userId="S::hnmok@smu.edu.sg::8f64aafb-e5cd-4532-a04e-4dee7b69c250" providerId="AD" clId="Web-{CB69D4F7-5C52-E029-15D2-C93EDD20FCD2}" dt="2026-08-11T14:50:40.283" v="165"/>
          <ac:graphicFrameMkLst>
            <pc:docMk/>
            <pc:sldMk cId="945535033" sldId="322"/>
            <ac:graphicFrameMk id="104" creationId="{00000000-0000-0000-0000-000000000000}"/>
          </ac:graphicFrameMkLst>
        </pc:graphicFrameChg>
      </pc:sldChg>
      <pc:sldChg chg="modSp">
        <pc:chgData name="MOK Heng Ngee" userId="S::hnmok@smu.edu.sg::8f64aafb-e5cd-4532-a04e-4dee7b69c250" providerId="AD" clId="Web-{CB69D4F7-5C52-E029-15D2-C93EDD20FCD2}" dt="2026-08-11T14:56:49.082" v="636" actId="1076"/>
        <pc:sldMkLst>
          <pc:docMk/>
          <pc:sldMk cId="2971814954" sldId="323"/>
        </pc:sldMkLst>
        <pc:graphicFrameChg chg="mod modGraphic">
          <ac:chgData name="MOK Heng Ngee" userId="S::hnmok@smu.edu.sg::8f64aafb-e5cd-4532-a04e-4dee7b69c250" providerId="AD" clId="Web-{CB69D4F7-5C52-E029-15D2-C93EDD20FCD2}" dt="2026-08-11T14:56:49.082" v="636" actId="1076"/>
          <ac:graphicFrameMkLst>
            <pc:docMk/>
            <pc:sldMk cId="2971814954" sldId="323"/>
            <ac:graphicFrameMk id="4" creationId="{ECE3EA32-9A8F-232E-E5FB-02223970A8B6}"/>
          </ac:graphicFrameMkLst>
        </pc:graphicFrameChg>
      </pc:sldChg>
    </pc:docChg>
  </pc:docChgLst>
  <pc:docChgLst>
    <pc:chgData name="SHAR Lwin Khin" userId="33cb3c8a-ae33-4f55-be34-306cbe5b6d67" providerId="ADAL" clId="{EC909A2D-78C2-525E-811C-45F995EBE952}"/>
    <pc:docChg chg="undo custSel addSld delSld modSld">
      <pc:chgData name="SHAR Lwin Khin" userId="33cb3c8a-ae33-4f55-be34-306cbe5b6d67" providerId="ADAL" clId="{EC909A2D-78C2-525E-811C-45F995EBE952}" dt="2026-08-13T06:14:08.590" v="2530" actId="13926"/>
      <pc:docMkLst>
        <pc:docMk/>
      </pc:docMkLst>
      <pc:sldChg chg="modSp add mod">
        <pc:chgData name="SHAR Lwin Khin" userId="33cb3c8a-ae33-4f55-be34-306cbe5b6d67" providerId="ADAL" clId="{EC909A2D-78C2-525E-811C-45F995EBE952}" dt="2026-08-11T03:56:34.698" v="1413" actId="20577"/>
        <pc:sldMkLst>
          <pc:docMk/>
          <pc:sldMk cId="0" sldId="259"/>
        </pc:sldMkLst>
        <pc:spChg chg="mod">
          <ac:chgData name="SHAR Lwin Khin" userId="33cb3c8a-ae33-4f55-be34-306cbe5b6d67" providerId="ADAL" clId="{EC909A2D-78C2-525E-811C-45F995EBE952}" dt="2026-08-11T03:56:34.698" v="1413" actId="20577"/>
          <ac:spMkLst>
            <pc:docMk/>
            <pc:sldMk cId="0" sldId="259"/>
            <ac:spMk id="84" creationId="{00000000-0000-0000-0000-000000000000}"/>
          </ac:spMkLst>
        </pc:spChg>
      </pc:sldChg>
      <pc:sldChg chg="addSp delSp modSp add mod">
        <pc:chgData name="SHAR Lwin Khin" userId="33cb3c8a-ae33-4f55-be34-306cbe5b6d67" providerId="ADAL" clId="{EC909A2D-78C2-525E-811C-45F995EBE952}" dt="2026-08-11T03:57:16.626" v="1427" actId="21"/>
        <pc:sldMkLst>
          <pc:docMk/>
          <pc:sldMk cId="0" sldId="260"/>
        </pc:sldMkLst>
        <pc:spChg chg="mod">
          <ac:chgData name="SHAR Lwin Khin" userId="33cb3c8a-ae33-4f55-be34-306cbe5b6d67" providerId="ADAL" clId="{EC909A2D-78C2-525E-811C-45F995EBE952}" dt="2026-08-11T03:48:56.906" v="1391" actId="20577"/>
          <ac:spMkLst>
            <pc:docMk/>
            <pc:sldMk cId="0" sldId="260"/>
            <ac:spMk id="92" creationId="{00000000-0000-0000-0000-000000000000}"/>
          </ac:spMkLst>
        </pc:spChg>
      </pc:sldChg>
      <pc:sldChg chg="add">
        <pc:chgData name="SHAR Lwin Khin" userId="33cb3c8a-ae33-4f55-be34-306cbe5b6d67" providerId="ADAL" clId="{EC909A2D-78C2-525E-811C-45F995EBE952}" dt="2026-08-11T03:56:17.566" v="1398"/>
        <pc:sldMkLst>
          <pc:docMk/>
          <pc:sldMk cId="0" sldId="261"/>
        </pc:sldMkLst>
      </pc:sldChg>
      <pc:sldChg chg="modSp mod">
        <pc:chgData name="SHAR Lwin Khin" userId="33cb3c8a-ae33-4f55-be34-306cbe5b6d67" providerId="ADAL" clId="{EC909A2D-78C2-525E-811C-45F995EBE952}" dt="2026-08-11T03:05:49.039" v="252" actId="1036"/>
        <pc:sldMkLst>
          <pc:docMk/>
          <pc:sldMk cId="0" sldId="263"/>
        </pc:sldMkLst>
        <pc:spChg chg="mod">
          <ac:chgData name="SHAR Lwin Khin" userId="33cb3c8a-ae33-4f55-be34-306cbe5b6d67" providerId="ADAL" clId="{EC909A2D-78C2-525E-811C-45F995EBE952}" dt="2026-08-11T03:05:45.930" v="246" actId="14100"/>
          <ac:spMkLst>
            <pc:docMk/>
            <pc:sldMk cId="0" sldId="263"/>
            <ac:spMk id="122" creationId="{00000000-0000-0000-0000-000000000000}"/>
          </ac:spMkLst>
        </pc:spChg>
        <pc:spChg chg="mod">
          <ac:chgData name="SHAR Lwin Khin" userId="33cb3c8a-ae33-4f55-be34-306cbe5b6d67" providerId="ADAL" clId="{EC909A2D-78C2-525E-811C-45F995EBE952}" dt="2026-08-11T03:05:49.039" v="252" actId="1036"/>
          <ac:spMkLst>
            <pc:docMk/>
            <pc:sldMk cId="0" sldId="263"/>
            <ac:spMk id="123" creationId="{00000000-0000-0000-0000-000000000000}"/>
          </ac:spMkLst>
        </pc:spChg>
        <pc:cxnChg chg="mod">
          <ac:chgData name="SHAR Lwin Khin" userId="33cb3c8a-ae33-4f55-be34-306cbe5b6d67" providerId="ADAL" clId="{EC909A2D-78C2-525E-811C-45F995EBE952}" dt="2026-08-11T03:05:49.039" v="252" actId="1036"/>
          <ac:cxnSpMkLst>
            <pc:docMk/>
            <pc:sldMk cId="0" sldId="263"/>
            <ac:cxnSpMk id="127" creationId="{00000000-0000-0000-0000-000000000000}"/>
          </ac:cxnSpMkLst>
        </pc:cxnChg>
      </pc:sldChg>
      <pc:sldChg chg="modSp mod modShow">
        <pc:chgData name="SHAR Lwin Khin" userId="33cb3c8a-ae33-4f55-be34-306cbe5b6d67" providerId="ADAL" clId="{EC909A2D-78C2-525E-811C-45F995EBE952}" dt="2026-08-13T06:02:48.597" v="2385" actId="20577"/>
        <pc:sldMkLst>
          <pc:docMk/>
          <pc:sldMk cId="0" sldId="271"/>
        </pc:sldMkLst>
        <pc:spChg chg="mod">
          <ac:chgData name="SHAR Lwin Khin" userId="33cb3c8a-ae33-4f55-be34-306cbe5b6d67" providerId="ADAL" clId="{EC909A2D-78C2-525E-811C-45F995EBE952}" dt="2026-08-13T06:00:03.490" v="2057" actId="207"/>
          <ac:spMkLst>
            <pc:docMk/>
            <pc:sldMk cId="0" sldId="271"/>
            <ac:spMk id="180" creationId="{00000000-0000-0000-0000-000000000000}"/>
          </ac:spMkLst>
        </pc:spChg>
        <pc:spChg chg="mod">
          <ac:chgData name="SHAR Lwin Khin" userId="33cb3c8a-ae33-4f55-be34-306cbe5b6d67" providerId="ADAL" clId="{EC909A2D-78C2-525E-811C-45F995EBE952}" dt="2026-08-13T06:02:48.597" v="2385" actId="20577"/>
          <ac:spMkLst>
            <pc:docMk/>
            <pc:sldMk cId="0" sldId="271"/>
            <ac:spMk id="181" creationId="{00000000-0000-0000-0000-000000000000}"/>
          </ac:spMkLst>
        </pc:spChg>
      </pc:sldChg>
      <pc:sldChg chg="modSp mod">
        <pc:chgData name="SHAR Lwin Khin" userId="33cb3c8a-ae33-4f55-be34-306cbe5b6d67" providerId="ADAL" clId="{EC909A2D-78C2-525E-811C-45F995EBE952}" dt="2026-08-13T06:03:57.698" v="2434" actId="20577"/>
        <pc:sldMkLst>
          <pc:docMk/>
          <pc:sldMk cId="0" sldId="272"/>
        </pc:sldMkLst>
        <pc:spChg chg="mod">
          <ac:chgData name="SHAR Lwin Khin" userId="33cb3c8a-ae33-4f55-be34-306cbe5b6d67" providerId="ADAL" clId="{EC909A2D-78C2-525E-811C-45F995EBE952}" dt="2026-08-13T06:03:57.698" v="2434" actId="20577"/>
          <ac:spMkLst>
            <pc:docMk/>
            <pc:sldMk cId="0" sldId="272"/>
            <ac:spMk id="188" creationId="{00000000-0000-0000-0000-000000000000}"/>
          </ac:spMkLst>
        </pc:spChg>
      </pc:sldChg>
      <pc:sldChg chg="addSp delSp modSp mod modClrScheme chgLayout">
        <pc:chgData name="SHAR Lwin Khin" userId="33cb3c8a-ae33-4f55-be34-306cbe5b6d67" providerId="ADAL" clId="{EC909A2D-78C2-525E-811C-45F995EBE952}" dt="2026-08-11T03:19:44.575" v="410" actId="113"/>
        <pc:sldMkLst>
          <pc:docMk/>
          <pc:sldMk cId="0" sldId="289"/>
        </pc:sldMkLst>
        <pc:spChg chg="mod">
          <ac:chgData name="SHAR Lwin Khin" userId="33cb3c8a-ae33-4f55-be34-306cbe5b6d67" providerId="ADAL" clId="{EC909A2D-78C2-525E-811C-45F995EBE952}" dt="2026-08-11T03:16:33.632" v="284" actId="26606"/>
          <ac:spMkLst>
            <pc:docMk/>
            <pc:sldMk cId="0" sldId="289"/>
            <ac:spMk id="302" creationId="{00000000-0000-0000-0000-000000000000}"/>
          </ac:spMkLst>
        </pc:spChg>
        <pc:spChg chg="add del mod">
          <ac:chgData name="SHAR Lwin Khin" userId="33cb3c8a-ae33-4f55-be34-306cbe5b6d67" providerId="ADAL" clId="{EC909A2D-78C2-525E-811C-45F995EBE952}" dt="2026-08-11T03:19:44.575" v="410" actId="113"/>
          <ac:spMkLst>
            <pc:docMk/>
            <pc:sldMk cId="0" sldId="289"/>
            <ac:spMk id="304" creationId="{00000000-0000-0000-0000-000000000000}"/>
          </ac:spMkLst>
        </pc:spChg>
        <pc:picChg chg="add mod">
          <ac:chgData name="SHAR Lwin Khin" userId="33cb3c8a-ae33-4f55-be34-306cbe5b6d67" providerId="ADAL" clId="{EC909A2D-78C2-525E-811C-45F995EBE952}" dt="2026-08-11T03:18:23.783" v="318" actId="1076"/>
          <ac:picMkLst>
            <pc:docMk/>
            <pc:sldMk cId="0" sldId="289"/>
            <ac:picMk id="6" creationId="{D83429E7-5D89-1A0C-8B48-62CD2F24D4A2}"/>
          </ac:picMkLst>
        </pc:picChg>
      </pc:sldChg>
      <pc:sldChg chg="addSp delSp modSp mod">
        <pc:chgData name="SHAR Lwin Khin" userId="33cb3c8a-ae33-4f55-be34-306cbe5b6d67" providerId="ADAL" clId="{EC909A2D-78C2-525E-811C-45F995EBE952}" dt="2026-08-11T03:19:09.270" v="392" actId="20577"/>
        <pc:sldMkLst>
          <pc:docMk/>
          <pc:sldMk cId="0" sldId="290"/>
        </pc:sldMkLst>
        <pc:spChg chg="mod">
          <ac:chgData name="SHAR Lwin Khin" userId="33cb3c8a-ae33-4f55-be34-306cbe5b6d67" providerId="ADAL" clId="{EC909A2D-78C2-525E-811C-45F995EBE952}" dt="2026-08-11T03:19:09.270" v="392" actId="20577"/>
          <ac:spMkLst>
            <pc:docMk/>
            <pc:sldMk cId="0" sldId="290"/>
            <ac:spMk id="311" creationId="{00000000-0000-0000-0000-000000000000}"/>
          </ac:spMkLst>
        </pc:spChg>
        <pc:picChg chg="add mod">
          <ac:chgData name="SHAR Lwin Khin" userId="33cb3c8a-ae33-4f55-be34-306cbe5b6d67" providerId="ADAL" clId="{EC909A2D-78C2-525E-811C-45F995EBE952}" dt="2026-08-11T03:18:59.401" v="390"/>
          <ac:picMkLst>
            <pc:docMk/>
            <pc:sldMk cId="0" sldId="290"/>
            <ac:picMk id="2" creationId="{A18456E9-42B7-9680-D5A4-BC2B8DAA482A}"/>
          </ac:picMkLst>
        </pc:picChg>
      </pc:sldChg>
      <pc:sldChg chg="modSp mod">
        <pc:chgData name="SHAR Lwin Khin" userId="33cb3c8a-ae33-4f55-be34-306cbe5b6d67" providerId="ADAL" clId="{EC909A2D-78C2-525E-811C-45F995EBE952}" dt="2026-08-13T06:05:43.877" v="2458" actId="20577"/>
        <pc:sldMkLst>
          <pc:docMk/>
          <pc:sldMk cId="0" sldId="295"/>
        </pc:sldMkLst>
        <pc:spChg chg="mod">
          <ac:chgData name="SHAR Lwin Khin" userId="33cb3c8a-ae33-4f55-be34-306cbe5b6d67" providerId="ADAL" clId="{EC909A2D-78C2-525E-811C-45F995EBE952}" dt="2026-08-13T06:05:43.877" v="2458" actId="20577"/>
          <ac:spMkLst>
            <pc:docMk/>
            <pc:sldMk cId="0" sldId="295"/>
            <ac:spMk id="342" creationId="{00000000-0000-0000-0000-000000000000}"/>
          </ac:spMkLst>
        </pc:spChg>
      </pc:sldChg>
      <pc:sldChg chg="modSp mod">
        <pc:chgData name="SHAR Lwin Khin" userId="33cb3c8a-ae33-4f55-be34-306cbe5b6d67" providerId="ADAL" clId="{EC909A2D-78C2-525E-811C-45F995EBE952}" dt="2026-08-11T03:20:21.494" v="428" actId="20577"/>
        <pc:sldMkLst>
          <pc:docMk/>
          <pc:sldMk cId="0" sldId="298"/>
        </pc:sldMkLst>
        <pc:spChg chg="mod">
          <ac:chgData name="SHAR Lwin Khin" userId="33cb3c8a-ae33-4f55-be34-306cbe5b6d67" providerId="ADAL" clId="{EC909A2D-78C2-525E-811C-45F995EBE952}" dt="2026-08-11T03:20:21.494" v="428" actId="20577"/>
          <ac:spMkLst>
            <pc:docMk/>
            <pc:sldMk cId="0" sldId="298"/>
            <ac:spMk id="360" creationId="{00000000-0000-0000-0000-000000000000}"/>
          </ac:spMkLst>
        </pc:spChg>
      </pc:sldChg>
      <pc:sldChg chg="modSp mod">
        <pc:chgData name="SHAR Lwin Khin" userId="33cb3c8a-ae33-4f55-be34-306cbe5b6d67" providerId="ADAL" clId="{EC909A2D-78C2-525E-811C-45F995EBE952}" dt="2026-08-11T03:20:29.528" v="438" actId="20577"/>
        <pc:sldMkLst>
          <pc:docMk/>
          <pc:sldMk cId="0" sldId="299"/>
        </pc:sldMkLst>
        <pc:spChg chg="mod">
          <ac:chgData name="SHAR Lwin Khin" userId="33cb3c8a-ae33-4f55-be34-306cbe5b6d67" providerId="ADAL" clId="{EC909A2D-78C2-525E-811C-45F995EBE952}" dt="2026-08-11T03:20:29.528" v="438" actId="20577"/>
          <ac:spMkLst>
            <pc:docMk/>
            <pc:sldMk cId="0" sldId="299"/>
            <ac:spMk id="366" creationId="{00000000-0000-0000-0000-000000000000}"/>
          </ac:spMkLst>
        </pc:spChg>
      </pc:sldChg>
      <pc:sldChg chg="modSp mod">
        <pc:chgData name="SHAR Lwin Khin" userId="33cb3c8a-ae33-4f55-be34-306cbe5b6d67" providerId="ADAL" clId="{EC909A2D-78C2-525E-811C-45F995EBE952}" dt="2026-08-13T06:05:53.282" v="2460" actId="20577"/>
        <pc:sldMkLst>
          <pc:docMk/>
          <pc:sldMk cId="0" sldId="300"/>
        </pc:sldMkLst>
        <pc:spChg chg="mod">
          <ac:chgData name="SHAR Lwin Khin" userId="33cb3c8a-ae33-4f55-be34-306cbe5b6d67" providerId="ADAL" clId="{EC909A2D-78C2-525E-811C-45F995EBE952}" dt="2026-08-13T06:05:53.282" v="2460" actId="20577"/>
          <ac:spMkLst>
            <pc:docMk/>
            <pc:sldMk cId="0" sldId="300"/>
            <ac:spMk id="373" creationId="{00000000-0000-0000-0000-000000000000}"/>
          </ac:spMkLst>
        </pc:spChg>
      </pc:sldChg>
      <pc:sldChg chg="modSp mod">
        <pc:chgData name="SHAR Lwin Khin" userId="33cb3c8a-ae33-4f55-be34-306cbe5b6d67" providerId="ADAL" clId="{EC909A2D-78C2-525E-811C-45F995EBE952}" dt="2026-08-11T03:21:37.499" v="497" actId="255"/>
        <pc:sldMkLst>
          <pc:docMk/>
          <pc:sldMk cId="0" sldId="303"/>
        </pc:sldMkLst>
        <pc:spChg chg="mod">
          <ac:chgData name="SHAR Lwin Khin" userId="33cb3c8a-ae33-4f55-be34-306cbe5b6d67" providerId="ADAL" clId="{EC909A2D-78C2-525E-811C-45F995EBE952}" dt="2026-08-11T03:21:37.499" v="497" actId="255"/>
          <ac:spMkLst>
            <pc:docMk/>
            <pc:sldMk cId="0" sldId="303"/>
            <ac:spMk id="391" creationId="{00000000-0000-0000-0000-000000000000}"/>
          </ac:spMkLst>
        </pc:spChg>
      </pc:sldChg>
      <pc:sldChg chg="modSp mod">
        <pc:chgData name="SHAR Lwin Khin" userId="33cb3c8a-ae33-4f55-be34-306cbe5b6d67" providerId="ADAL" clId="{EC909A2D-78C2-525E-811C-45F995EBE952}" dt="2026-08-11T03:48:13.633" v="1388" actId="20577"/>
        <pc:sldMkLst>
          <pc:docMk/>
          <pc:sldMk cId="0" sldId="304"/>
        </pc:sldMkLst>
        <pc:spChg chg="mod">
          <ac:chgData name="SHAR Lwin Khin" userId="33cb3c8a-ae33-4f55-be34-306cbe5b6d67" providerId="ADAL" clId="{EC909A2D-78C2-525E-811C-45F995EBE952}" dt="2026-08-11T03:48:13.633" v="1388" actId="20577"/>
          <ac:spMkLst>
            <pc:docMk/>
            <pc:sldMk cId="0" sldId="304"/>
            <ac:spMk id="400" creationId="{00000000-0000-0000-0000-000000000000}"/>
          </ac:spMkLst>
        </pc:spChg>
      </pc:sldChg>
      <pc:sldChg chg="modSp mod">
        <pc:chgData name="SHAR Lwin Khin" userId="33cb3c8a-ae33-4f55-be34-306cbe5b6d67" providerId="ADAL" clId="{EC909A2D-78C2-525E-811C-45F995EBE952}" dt="2026-08-11T03:26:04.642" v="688" actId="20577"/>
        <pc:sldMkLst>
          <pc:docMk/>
          <pc:sldMk cId="0" sldId="305"/>
        </pc:sldMkLst>
        <pc:spChg chg="mod">
          <ac:chgData name="SHAR Lwin Khin" userId="33cb3c8a-ae33-4f55-be34-306cbe5b6d67" providerId="ADAL" clId="{EC909A2D-78C2-525E-811C-45F995EBE952}" dt="2026-08-11T03:26:04.642" v="688" actId="20577"/>
          <ac:spMkLst>
            <pc:docMk/>
            <pc:sldMk cId="0" sldId="305"/>
            <ac:spMk id="406" creationId="{00000000-0000-0000-0000-000000000000}"/>
          </ac:spMkLst>
        </pc:spChg>
        <pc:spChg chg="mod">
          <ac:chgData name="SHAR Lwin Khin" userId="33cb3c8a-ae33-4f55-be34-306cbe5b6d67" providerId="ADAL" clId="{EC909A2D-78C2-525E-811C-45F995EBE952}" dt="2026-08-11T03:25:17.680" v="682" actId="114"/>
          <ac:spMkLst>
            <pc:docMk/>
            <pc:sldMk cId="0" sldId="305"/>
            <ac:spMk id="407" creationId="{00000000-0000-0000-0000-000000000000}"/>
          </ac:spMkLst>
        </pc:spChg>
      </pc:sldChg>
      <pc:sldChg chg="modSp mod">
        <pc:chgData name="SHAR Lwin Khin" userId="33cb3c8a-ae33-4f55-be34-306cbe5b6d67" providerId="ADAL" clId="{EC909A2D-78C2-525E-811C-45F995EBE952}" dt="2026-08-13T06:06:16.527" v="2473" actId="20577"/>
        <pc:sldMkLst>
          <pc:docMk/>
          <pc:sldMk cId="0" sldId="306"/>
        </pc:sldMkLst>
        <pc:spChg chg="mod">
          <ac:chgData name="SHAR Lwin Khin" userId="33cb3c8a-ae33-4f55-be34-306cbe5b6d67" providerId="ADAL" clId="{EC909A2D-78C2-525E-811C-45F995EBE952}" dt="2026-08-13T06:06:16.527" v="2473" actId="20577"/>
          <ac:spMkLst>
            <pc:docMk/>
            <pc:sldMk cId="0" sldId="306"/>
            <ac:spMk id="413" creationId="{00000000-0000-0000-0000-000000000000}"/>
          </ac:spMkLst>
        </pc:spChg>
      </pc:sldChg>
      <pc:sldChg chg="modSp add mod">
        <pc:chgData name="SHAR Lwin Khin" userId="33cb3c8a-ae33-4f55-be34-306cbe5b6d67" providerId="ADAL" clId="{EC909A2D-78C2-525E-811C-45F995EBE952}" dt="2026-08-11T03:26:12.719" v="691" actId="20577"/>
        <pc:sldMkLst>
          <pc:docMk/>
          <pc:sldMk cId="760208855" sldId="310"/>
        </pc:sldMkLst>
        <pc:spChg chg="mod">
          <ac:chgData name="SHAR Lwin Khin" userId="33cb3c8a-ae33-4f55-be34-306cbe5b6d67" providerId="ADAL" clId="{EC909A2D-78C2-525E-811C-45F995EBE952}" dt="2026-08-11T03:26:12.719" v="691" actId="20577"/>
          <ac:spMkLst>
            <pc:docMk/>
            <pc:sldMk cId="760208855" sldId="310"/>
            <ac:spMk id="440" creationId="{00000000-0000-0000-0000-000000000000}"/>
          </ac:spMkLst>
        </pc:spChg>
      </pc:sldChg>
      <pc:sldChg chg="modSp del mod">
        <pc:chgData name="SHAR Lwin Khin" userId="33cb3c8a-ae33-4f55-be34-306cbe5b6d67" providerId="ADAL" clId="{EC909A2D-78C2-525E-811C-45F995EBE952}" dt="2026-08-13T06:06:52.025" v="2474" actId="2696"/>
        <pc:sldMkLst>
          <pc:docMk/>
          <pc:sldMk cId="0" sldId="312"/>
        </pc:sldMkLst>
      </pc:sldChg>
      <pc:sldChg chg="add">
        <pc:chgData name="SHAR Lwin Khin" userId="33cb3c8a-ae33-4f55-be34-306cbe5b6d67" providerId="ADAL" clId="{EC909A2D-78C2-525E-811C-45F995EBE952}" dt="2026-08-13T06:06:52.856" v="2475"/>
        <pc:sldMkLst>
          <pc:docMk/>
          <pc:sldMk cId="3100725782" sldId="312"/>
        </pc:sldMkLst>
      </pc:sldChg>
      <pc:sldChg chg="modSp mod">
        <pc:chgData name="SHAR Lwin Khin" userId="33cb3c8a-ae33-4f55-be34-306cbe5b6d67" providerId="ADAL" clId="{EC909A2D-78C2-525E-811C-45F995EBE952}" dt="2026-08-13T06:05:19.984" v="2449" actId="20577"/>
        <pc:sldMkLst>
          <pc:docMk/>
          <pc:sldMk cId="0" sldId="315"/>
        </pc:sldMkLst>
        <pc:spChg chg="mod">
          <ac:chgData name="SHAR Lwin Khin" userId="33cb3c8a-ae33-4f55-be34-306cbe5b6d67" providerId="ADAL" clId="{EC909A2D-78C2-525E-811C-45F995EBE952}" dt="2026-08-13T06:05:19.984" v="2449" actId="20577"/>
          <ac:spMkLst>
            <pc:docMk/>
            <pc:sldMk cId="0" sldId="315"/>
            <ac:spMk id="478" creationId="{00000000-0000-0000-0000-000000000000}"/>
          </ac:spMkLst>
        </pc:spChg>
      </pc:sldChg>
      <pc:sldChg chg="addSp delSp modSp mod modClrScheme chgLayout">
        <pc:chgData name="SHAR Lwin Khin" userId="33cb3c8a-ae33-4f55-be34-306cbe5b6d67" providerId="ADAL" clId="{EC909A2D-78C2-525E-811C-45F995EBE952}" dt="2026-08-13T06:08:18.108" v="2494" actId="27636"/>
        <pc:sldMkLst>
          <pc:docMk/>
          <pc:sldMk cId="0" sldId="316"/>
        </pc:sldMkLst>
        <pc:spChg chg="mod">
          <ac:chgData name="SHAR Lwin Khin" userId="33cb3c8a-ae33-4f55-be34-306cbe5b6d67" providerId="ADAL" clId="{EC909A2D-78C2-525E-811C-45F995EBE952}" dt="2026-08-13T06:08:18.108" v="2494" actId="27636"/>
          <ac:spMkLst>
            <pc:docMk/>
            <pc:sldMk cId="0" sldId="316"/>
            <ac:spMk id="483" creationId="{00000000-0000-0000-0000-000000000000}"/>
          </ac:spMkLst>
        </pc:spChg>
        <pc:spChg chg="mod">
          <ac:chgData name="SHAR Lwin Khin" userId="33cb3c8a-ae33-4f55-be34-306cbe5b6d67" providerId="ADAL" clId="{EC909A2D-78C2-525E-811C-45F995EBE952}" dt="2026-08-11T03:37:56.937" v="798" actId="20577"/>
          <ac:spMkLst>
            <pc:docMk/>
            <pc:sldMk cId="0" sldId="316"/>
            <ac:spMk id="484" creationId="{00000000-0000-0000-0000-000000000000}"/>
          </ac:spMkLst>
        </pc:spChg>
        <pc:picChg chg="add mod">
          <ac:chgData name="SHAR Lwin Khin" userId="33cb3c8a-ae33-4f55-be34-306cbe5b6d67" providerId="ADAL" clId="{EC909A2D-78C2-525E-811C-45F995EBE952}" dt="2026-08-11T03:38:27.468" v="804" actId="1076"/>
          <ac:picMkLst>
            <pc:docMk/>
            <pc:sldMk cId="0" sldId="316"/>
            <ac:picMk id="5" creationId="{A9111DDB-5030-B8C6-662C-B80CD38D7A77}"/>
          </ac:picMkLst>
        </pc:picChg>
      </pc:sldChg>
      <pc:sldChg chg="addSp delSp modSp mod">
        <pc:chgData name="SHAR Lwin Khin" userId="33cb3c8a-ae33-4f55-be34-306cbe5b6d67" providerId="ADAL" clId="{EC909A2D-78C2-525E-811C-45F995EBE952}" dt="2026-08-13T06:08:13.528" v="2492" actId="255"/>
        <pc:sldMkLst>
          <pc:docMk/>
          <pc:sldMk cId="0" sldId="317"/>
        </pc:sldMkLst>
        <pc:spChg chg="add mod">
          <ac:chgData name="SHAR Lwin Khin" userId="33cb3c8a-ae33-4f55-be34-306cbe5b6d67" providerId="ADAL" clId="{EC909A2D-78C2-525E-811C-45F995EBE952}" dt="2026-08-11T03:42:38.901" v="962" actId="1038"/>
          <ac:spMkLst>
            <pc:docMk/>
            <pc:sldMk cId="0" sldId="317"/>
            <ac:spMk id="9" creationId="{F23361F3-8C36-4BE4-6692-D4EBD3B4B731}"/>
          </ac:spMkLst>
        </pc:spChg>
        <pc:spChg chg="mod">
          <ac:chgData name="SHAR Lwin Khin" userId="33cb3c8a-ae33-4f55-be34-306cbe5b6d67" providerId="ADAL" clId="{EC909A2D-78C2-525E-811C-45F995EBE952}" dt="2026-08-13T06:08:13.528" v="2492" actId="255"/>
          <ac:spMkLst>
            <pc:docMk/>
            <pc:sldMk cId="0" sldId="317"/>
            <ac:spMk id="491" creationId="{00000000-0000-0000-0000-000000000000}"/>
          </ac:spMkLst>
        </pc:spChg>
        <pc:spChg chg="mod">
          <ac:chgData name="SHAR Lwin Khin" userId="33cb3c8a-ae33-4f55-be34-306cbe5b6d67" providerId="ADAL" clId="{EC909A2D-78C2-525E-811C-45F995EBE952}" dt="2026-08-11T03:43:36.306" v="1037" actId="20577"/>
          <ac:spMkLst>
            <pc:docMk/>
            <pc:sldMk cId="0" sldId="317"/>
            <ac:spMk id="492" creationId="{00000000-0000-0000-0000-000000000000}"/>
          </ac:spMkLst>
        </pc:spChg>
        <pc:picChg chg="add mod">
          <ac:chgData name="SHAR Lwin Khin" userId="33cb3c8a-ae33-4f55-be34-306cbe5b6d67" providerId="ADAL" clId="{EC909A2D-78C2-525E-811C-45F995EBE952}" dt="2026-08-11T03:42:10.062" v="953" actId="1076"/>
          <ac:picMkLst>
            <pc:docMk/>
            <pc:sldMk cId="0" sldId="317"/>
            <ac:picMk id="5" creationId="{08C2E23F-3342-BBE0-AA5B-EFBD55A69536}"/>
          </ac:picMkLst>
        </pc:picChg>
        <pc:picChg chg="add mod">
          <ac:chgData name="SHAR Lwin Khin" userId="33cb3c8a-ae33-4f55-be34-306cbe5b6d67" providerId="ADAL" clId="{EC909A2D-78C2-525E-811C-45F995EBE952}" dt="2026-08-11T03:42:13.193" v="955" actId="14100"/>
          <ac:picMkLst>
            <pc:docMk/>
            <pc:sldMk cId="0" sldId="317"/>
            <ac:picMk id="8" creationId="{4C144C7C-6B75-0F61-0F64-DF038C0561BF}"/>
          </ac:picMkLst>
        </pc:picChg>
        <pc:cxnChg chg="mod">
          <ac:chgData name="SHAR Lwin Khin" userId="33cb3c8a-ae33-4f55-be34-306cbe5b6d67" providerId="ADAL" clId="{EC909A2D-78C2-525E-811C-45F995EBE952}" dt="2026-08-11T03:43:51.227" v="1041" actId="14100"/>
          <ac:cxnSpMkLst>
            <pc:docMk/>
            <pc:sldMk cId="0" sldId="317"/>
            <ac:cxnSpMk id="3" creationId="{E7AA2012-226C-9232-62C0-CBAEF8CE399D}"/>
          </ac:cxnSpMkLst>
        </pc:cxnChg>
        <pc:cxnChg chg="add mod">
          <ac:chgData name="SHAR Lwin Khin" userId="33cb3c8a-ae33-4f55-be34-306cbe5b6d67" providerId="ADAL" clId="{EC909A2D-78C2-525E-811C-45F995EBE952}" dt="2026-08-11T03:43:44.355" v="1040" actId="14100"/>
          <ac:cxnSpMkLst>
            <pc:docMk/>
            <pc:sldMk cId="0" sldId="317"/>
            <ac:cxnSpMk id="11" creationId="{EA4A242D-7E7B-9AE9-CD68-400C2E567427}"/>
          </ac:cxnSpMkLst>
        </pc:cxnChg>
        <pc:cxnChg chg="add mod">
          <ac:chgData name="SHAR Lwin Khin" userId="33cb3c8a-ae33-4f55-be34-306cbe5b6d67" providerId="ADAL" clId="{EC909A2D-78C2-525E-811C-45F995EBE952}" dt="2026-08-11T03:43:42.692" v="1039" actId="14100"/>
          <ac:cxnSpMkLst>
            <pc:docMk/>
            <pc:sldMk cId="0" sldId="317"/>
            <ac:cxnSpMk id="15" creationId="{9A83F748-7D7D-FFEE-15B5-E7AC32A51F22}"/>
          </ac:cxnSpMkLst>
        </pc:cxnChg>
      </pc:sldChg>
      <pc:sldChg chg="modSp mod">
        <pc:chgData name="SHAR Lwin Khin" userId="33cb3c8a-ae33-4f55-be34-306cbe5b6d67" providerId="ADAL" clId="{EC909A2D-78C2-525E-811C-45F995EBE952}" dt="2026-08-13T06:09:40.876" v="2512" actId="20577"/>
        <pc:sldMkLst>
          <pc:docMk/>
          <pc:sldMk cId="0" sldId="318"/>
        </pc:sldMkLst>
        <pc:spChg chg="mod">
          <ac:chgData name="SHAR Lwin Khin" userId="33cb3c8a-ae33-4f55-be34-306cbe5b6d67" providerId="ADAL" clId="{EC909A2D-78C2-525E-811C-45F995EBE952}" dt="2026-08-13T06:08:25.059" v="2495" actId="255"/>
          <ac:spMkLst>
            <pc:docMk/>
            <pc:sldMk cId="0" sldId="318"/>
            <ac:spMk id="499" creationId="{00000000-0000-0000-0000-000000000000}"/>
          </ac:spMkLst>
        </pc:spChg>
        <pc:spChg chg="mod">
          <ac:chgData name="SHAR Lwin Khin" userId="33cb3c8a-ae33-4f55-be34-306cbe5b6d67" providerId="ADAL" clId="{EC909A2D-78C2-525E-811C-45F995EBE952}" dt="2026-08-13T06:09:40.876" v="2512" actId="20577"/>
          <ac:spMkLst>
            <pc:docMk/>
            <pc:sldMk cId="0" sldId="318"/>
            <ac:spMk id="500" creationId="{00000000-0000-0000-0000-000000000000}"/>
          </ac:spMkLst>
        </pc:spChg>
      </pc:sldChg>
      <pc:sldChg chg="modSp mod">
        <pc:chgData name="SHAR Lwin Khin" userId="33cb3c8a-ae33-4f55-be34-306cbe5b6d67" providerId="ADAL" clId="{EC909A2D-78C2-525E-811C-45F995EBE952}" dt="2026-08-11T03:04:21.527" v="159" actId="13926"/>
        <pc:sldMkLst>
          <pc:docMk/>
          <pc:sldMk cId="945535033" sldId="322"/>
        </pc:sldMkLst>
        <pc:graphicFrameChg chg="mod modGraphic">
          <ac:chgData name="SHAR Lwin Khin" userId="33cb3c8a-ae33-4f55-be34-306cbe5b6d67" providerId="ADAL" clId="{EC909A2D-78C2-525E-811C-45F995EBE952}" dt="2026-08-11T03:04:21.527" v="159" actId="13926"/>
          <ac:graphicFrameMkLst>
            <pc:docMk/>
            <pc:sldMk cId="945535033" sldId="322"/>
            <ac:graphicFrameMk id="104" creationId="{00000000-0000-0000-0000-000000000000}"/>
          </ac:graphicFrameMkLst>
        </pc:graphicFrameChg>
      </pc:sldChg>
      <pc:sldChg chg="modSp mod">
        <pc:chgData name="SHAR Lwin Khin" userId="33cb3c8a-ae33-4f55-be34-306cbe5b6d67" providerId="ADAL" clId="{EC909A2D-78C2-525E-811C-45F995EBE952}" dt="2026-08-13T06:14:08.590" v="2530" actId="13926"/>
        <pc:sldMkLst>
          <pc:docMk/>
          <pc:sldMk cId="2971814954" sldId="323"/>
        </pc:sldMkLst>
        <pc:graphicFrameChg chg="mod modGraphic">
          <ac:chgData name="SHAR Lwin Khin" userId="33cb3c8a-ae33-4f55-be34-306cbe5b6d67" providerId="ADAL" clId="{EC909A2D-78C2-525E-811C-45F995EBE952}" dt="2026-08-13T06:14:08.590" v="2530" actId="13926"/>
          <ac:graphicFrameMkLst>
            <pc:docMk/>
            <pc:sldMk cId="2971814954" sldId="323"/>
            <ac:graphicFrameMk id="4" creationId="{ECE3EA32-9A8F-232E-E5FB-02223970A8B6}"/>
          </ac:graphicFrameMkLst>
        </pc:graphicFrameChg>
      </pc:sldChg>
      <pc:sldChg chg="modSp mod">
        <pc:chgData name="SHAR Lwin Khin" userId="33cb3c8a-ae33-4f55-be34-306cbe5b6d67" providerId="ADAL" clId="{EC909A2D-78C2-525E-811C-45F995EBE952}" dt="2026-08-11T02:57:20.215" v="27" actId="20577"/>
        <pc:sldMkLst>
          <pc:docMk/>
          <pc:sldMk cId="2752952866" sldId="325"/>
        </pc:sldMkLst>
        <pc:spChg chg="mod">
          <ac:chgData name="SHAR Lwin Khin" userId="33cb3c8a-ae33-4f55-be34-306cbe5b6d67" providerId="ADAL" clId="{EC909A2D-78C2-525E-811C-45F995EBE952}" dt="2026-08-11T02:57:20.215" v="27" actId="20577"/>
          <ac:spMkLst>
            <pc:docMk/>
            <pc:sldMk cId="2752952866" sldId="325"/>
            <ac:spMk id="89" creationId="{00000000-0000-0000-0000-000000000000}"/>
          </ac:spMkLst>
        </pc:spChg>
      </pc:sldChg>
      <pc:sldChg chg="modSp mod">
        <pc:chgData name="SHAR Lwin Khin" userId="33cb3c8a-ae33-4f55-be34-306cbe5b6d67" providerId="ADAL" clId="{EC909A2D-78C2-525E-811C-45F995EBE952}" dt="2026-08-11T02:57:09.050" v="24" actId="20577"/>
        <pc:sldMkLst>
          <pc:docMk/>
          <pc:sldMk cId="466006925" sldId="327"/>
        </pc:sldMkLst>
        <pc:spChg chg="mod">
          <ac:chgData name="SHAR Lwin Khin" userId="33cb3c8a-ae33-4f55-be34-306cbe5b6d67" providerId="ADAL" clId="{EC909A2D-78C2-525E-811C-45F995EBE952}" dt="2026-08-11T02:57:09.050" v="24" actId="20577"/>
          <ac:spMkLst>
            <pc:docMk/>
            <pc:sldMk cId="466006925" sldId="327"/>
            <ac:spMk id="79" creationId="{00000000-0000-0000-0000-000000000000}"/>
          </ac:spMkLst>
        </pc:spChg>
      </pc:sldChg>
      <pc:sldChg chg="modSp mod">
        <pc:chgData name="SHAR Lwin Khin" userId="33cb3c8a-ae33-4f55-be34-306cbe5b6d67" providerId="ADAL" clId="{EC909A2D-78C2-525E-811C-45F995EBE952}" dt="2026-08-11T02:57:16.284" v="26" actId="20577"/>
        <pc:sldMkLst>
          <pc:docMk/>
          <pc:sldMk cId="389359991" sldId="328"/>
        </pc:sldMkLst>
        <pc:spChg chg="mod">
          <ac:chgData name="SHAR Lwin Khin" userId="33cb3c8a-ae33-4f55-be34-306cbe5b6d67" providerId="ADAL" clId="{EC909A2D-78C2-525E-811C-45F995EBE952}" dt="2026-08-11T02:57:16.284" v="26" actId="20577"/>
          <ac:spMkLst>
            <pc:docMk/>
            <pc:sldMk cId="389359991" sldId="328"/>
            <ac:spMk id="79" creationId="{00000000-0000-0000-0000-000000000000}"/>
          </ac:spMkLst>
        </pc:spChg>
      </pc:sldChg>
      <pc:sldChg chg="addSp delSp modSp mod">
        <pc:chgData name="SHAR Lwin Khin" userId="33cb3c8a-ae33-4f55-be34-306cbe5b6d67" providerId="ADAL" clId="{EC909A2D-78C2-525E-811C-45F995EBE952}" dt="2026-08-11T02:58:04.982" v="32" actId="1076"/>
        <pc:sldMkLst>
          <pc:docMk/>
          <pc:sldMk cId="4047064101" sldId="334"/>
        </pc:sldMkLst>
        <pc:spChg chg="mod">
          <ac:chgData name="SHAR Lwin Khin" userId="33cb3c8a-ae33-4f55-be34-306cbe5b6d67" providerId="ADAL" clId="{EC909A2D-78C2-525E-811C-45F995EBE952}" dt="2026-08-11T02:57:24.601" v="28" actId="20577"/>
          <ac:spMkLst>
            <pc:docMk/>
            <pc:sldMk cId="4047064101" sldId="334"/>
            <ac:spMk id="89" creationId="{C5F648D9-3439-3BFA-E82D-EF7DC03A2A74}"/>
          </ac:spMkLst>
        </pc:spChg>
        <pc:picChg chg="add mod">
          <ac:chgData name="SHAR Lwin Khin" userId="33cb3c8a-ae33-4f55-be34-306cbe5b6d67" providerId="ADAL" clId="{EC909A2D-78C2-525E-811C-45F995EBE952}" dt="2026-08-11T02:58:04.982" v="32" actId="1076"/>
          <ac:picMkLst>
            <pc:docMk/>
            <pc:sldMk cId="4047064101" sldId="334"/>
            <ac:picMk id="1026" creationId="{82329995-69E3-9774-4A0C-D2B81B867E80}"/>
          </ac:picMkLst>
        </pc:picChg>
      </pc:sldChg>
      <pc:sldChg chg="modSp mod">
        <pc:chgData name="SHAR Lwin Khin" userId="33cb3c8a-ae33-4f55-be34-306cbe5b6d67" providerId="ADAL" clId="{EC909A2D-78C2-525E-811C-45F995EBE952}" dt="2026-08-11T03:11:29.443" v="266" actId="20577"/>
        <pc:sldMkLst>
          <pc:docMk/>
          <pc:sldMk cId="0" sldId="335"/>
        </pc:sldMkLst>
        <pc:spChg chg="mod">
          <ac:chgData name="SHAR Lwin Khin" userId="33cb3c8a-ae33-4f55-be34-306cbe5b6d67" providerId="ADAL" clId="{EC909A2D-78C2-525E-811C-45F995EBE952}" dt="2026-08-11T03:11:29.443" v="266" actId="20577"/>
          <ac:spMkLst>
            <pc:docMk/>
            <pc:sldMk cId="0" sldId="335"/>
            <ac:spMk id="160" creationId="{00000000-0000-0000-0000-000000000000}"/>
          </ac:spMkLst>
        </pc:spChg>
      </pc:sldChg>
      <pc:sldChg chg="modSp mod">
        <pc:chgData name="SHAR Lwin Khin" userId="33cb3c8a-ae33-4f55-be34-306cbe5b6d67" providerId="ADAL" clId="{EC909A2D-78C2-525E-811C-45F995EBE952}" dt="2026-08-13T05:58:11.760" v="1901" actId="20577"/>
        <pc:sldMkLst>
          <pc:docMk/>
          <pc:sldMk cId="3538096900" sldId="336"/>
        </pc:sldMkLst>
        <pc:graphicFrameChg chg="mod modGraphic">
          <ac:chgData name="SHAR Lwin Khin" userId="33cb3c8a-ae33-4f55-be34-306cbe5b6d67" providerId="ADAL" clId="{EC909A2D-78C2-525E-811C-45F995EBE952}" dt="2026-08-13T05:58:11.760" v="1901" actId="20577"/>
          <ac:graphicFrameMkLst>
            <pc:docMk/>
            <pc:sldMk cId="3538096900" sldId="336"/>
            <ac:graphicFrameMk id="4" creationId="{CF605074-97BF-F14E-7246-C9BDB7C753BA}"/>
          </ac:graphicFrameMkLst>
        </pc:graphicFrameChg>
      </pc:sldChg>
      <pc:sldChg chg="add">
        <pc:chgData name="SHAR Lwin Khin" userId="33cb3c8a-ae33-4f55-be34-306cbe5b6d67" providerId="ADAL" clId="{EC909A2D-78C2-525E-811C-45F995EBE952}" dt="2026-08-11T03:48:08.067" v="1381"/>
        <pc:sldMkLst>
          <pc:docMk/>
          <pc:sldMk cId="661630448" sldId="337"/>
        </pc:sldMkLst>
      </pc:sldChg>
      <pc:sldChg chg="add">
        <pc:chgData name="SHAR Lwin Khin" userId="33cb3c8a-ae33-4f55-be34-306cbe5b6d67" providerId="ADAL" clId="{EC909A2D-78C2-525E-811C-45F995EBE952}" dt="2026-08-11T03:48:08.067" v="1381"/>
        <pc:sldMkLst>
          <pc:docMk/>
          <pc:sldMk cId="2837123080" sldId="338"/>
        </pc:sldMkLst>
      </pc:sldChg>
      <pc:sldChg chg="modSp add mod">
        <pc:chgData name="SHAR Lwin Khin" userId="33cb3c8a-ae33-4f55-be34-306cbe5b6d67" providerId="ADAL" clId="{EC909A2D-78C2-525E-811C-45F995EBE952}" dt="2026-08-11T03:56:26.527" v="1411" actId="20577"/>
        <pc:sldMkLst>
          <pc:docMk/>
          <pc:sldMk cId="3983380609" sldId="339"/>
        </pc:sldMkLst>
        <pc:spChg chg="mod">
          <ac:chgData name="SHAR Lwin Khin" userId="33cb3c8a-ae33-4f55-be34-306cbe5b6d67" providerId="ADAL" clId="{EC909A2D-78C2-525E-811C-45F995EBE952}" dt="2026-08-11T03:56:26.527" v="1411" actId="20577"/>
          <ac:spMkLst>
            <pc:docMk/>
            <pc:sldMk cId="3983380609" sldId="339"/>
            <ac:spMk id="113" creationId="{00000000-0000-0000-0000-000000000000}"/>
          </ac:spMkLst>
        </pc:spChg>
      </pc:sldChg>
      <pc:sldChg chg="addSp delSp modSp add mod">
        <pc:chgData name="SHAR Lwin Khin" userId="33cb3c8a-ae33-4f55-be34-306cbe5b6d67" providerId="ADAL" clId="{EC909A2D-78C2-525E-811C-45F995EBE952}" dt="2026-08-11T03:59:07.095" v="1695" actId="1076"/>
        <pc:sldMkLst>
          <pc:docMk/>
          <pc:sldMk cId="0" sldId="340"/>
        </pc:sldMkLst>
        <pc:spChg chg="add mod">
          <ac:chgData name="SHAR Lwin Khin" userId="33cb3c8a-ae33-4f55-be34-306cbe5b6d67" providerId="ADAL" clId="{EC909A2D-78C2-525E-811C-45F995EBE952}" dt="2026-08-11T03:59:07.095" v="1695" actId="1076"/>
          <ac:spMkLst>
            <pc:docMk/>
            <pc:sldMk cId="0" sldId="340"/>
            <ac:spMk id="3" creationId="{16E8B036-B3FF-3EC6-B665-3D2509BB1A64}"/>
          </ac:spMkLst>
        </pc:spChg>
        <pc:spChg chg="mod">
          <ac:chgData name="SHAR Lwin Khin" userId="33cb3c8a-ae33-4f55-be34-306cbe5b6d67" providerId="ADAL" clId="{EC909A2D-78C2-525E-811C-45F995EBE952}" dt="2026-08-11T03:56:58.704" v="1425" actId="20577"/>
          <ac:spMkLst>
            <pc:docMk/>
            <pc:sldMk cId="0" sldId="340"/>
            <ac:spMk id="94" creationId="{00000000-0000-0000-0000-000000000000}"/>
          </ac:spMkLst>
        </pc:spChg>
      </pc:sldChg>
      <pc:sldChg chg="addSp delSp modSp new del mod modClrScheme chgLayout">
        <pc:chgData name="SHAR Lwin Khin" userId="33cb3c8a-ae33-4f55-be34-306cbe5b6d67" providerId="ADAL" clId="{EC909A2D-78C2-525E-811C-45F995EBE952}" dt="2026-08-13T06:04:03.175" v="2435" actId="2696"/>
        <pc:sldMkLst>
          <pc:docMk/>
          <pc:sldMk cId="2550608394" sldId="341"/>
        </pc:sldMkLst>
        <pc:spChg chg="add mod ord">
          <ac:chgData name="SHAR Lwin Khin" userId="33cb3c8a-ae33-4f55-be34-306cbe5b6d67" providerId="ADAL" clId="{EC909A2D-78C2-525E-811C-45F995EBE952}" dt="2026-08-13T05:59:41.659" v="2055" actId="20577"/>
          <ac:spMkLst>
            <pc:docMk/>
            <pc:sldMk cId="2550608394" sldId="341"/>
            <ac:spMk id="6" creationId="{402EA950-6CDD-67EB-F824-FAEFE2F396DD}"/>
          </ac:spMkLst>
        </pc:spChg>
      </pc:sldChg>
      <pc:sldChg chg="add">
        <pc:chgData name="SHAR Lwin Khin" userId="33cb3c8a-ae33-4f55-be34-306cbe5b6d67" providerId="ADAL" clId="{EC909A2D-78C2-525E-811C-45F995EBE952}" dt="2026-08-13T06:04:04.488" v="2436"/>
        <pc:sldMkLst>
          <pc:docMk/>
          <pc:sldMk cId="3161314757" sldId="341"/>
        </pc:sldMkLst>
      </pc:sldChg>
      <pc:sldChg chg="modSp add del mod">
        <pc:chgData name="SHAR Lwin Khin" userId="33cb3c8a-ae33-4f55-be34-306cbe5b6d67" providerId="ADAL" clId="{EC909A2D-78C2-525E-811C-45F995EBE952}" dt="2026-08-13T06:11:01.578" v="2529" actId="2696"/>
        <pc:sldMkLst>
          <pc:docMk/>
          <pc:sldMk cId="2232121769" sldId="343"/>
        </pc:sldMkLst>
        <pc:spChg chg="mod">
          <ac:chgData name="SHAR Lwin Khin" userId="33cb3c8a-ae33-4f55-be34-306cbe5b6d67" providerId="ADAL" clId="{EC909A2D-78C2-525E-811C-45F995EBE952}" dt="2026-08-13T06:10:23.645" v="2528" actId="20577"/>
          <ac:spMkLst>
            <pc:docMk/>
            <pc:sldMk cId="2232121769" sldId="343"/>
            <ac:spMk id="400" creationId="{C8DE7A35-B513-CADA-F784-B9B6E5E25CCA}"/>
          </ac:spMkLst>
        </pc:spChg>
      </pc:sldChg>
    </pc:docChg>
  </pc:docChgLst>
  <pc:docChgLst>
    <pc:chgData name="Jason CHUI" userId="S::jasonchui@smu.edu.sg::b866c269-6d15-4970-91eb-d8942c088c9d" providerId="AD" clId="Web-{00000000-0000-0000-0000-000000000000}"/>
    <pc:docChg chg="modSld">
      <pc:chgData name="Jason CHUI" userId="S::jasonchui@smu.edu.sg::b866c269-6d15-4970-91eb-d8942c088c9d" providerId="AD" clId="Web-{00000000-0000-0000-0000-000000000000}" dt="2026-08-13T03:16:31.730" v="29"/>
      <pc:docMkLst>
        <pc:docMk/>
      </pc:docMkLst>
      <pc:sldChg chg="modSp">
        <pc:chgData name="Jason CHUI" userId="S::jasonchui@smu.edu.sg::b866c269-6d15-4970-91eb-d8942c088c9d" providerId="AD" clId="Web-{00000000-0000-0000-0000-000000000000}" dt="2026-08-13T03:16:31.730" v="29"/>
        <pc:sldMkLst>
          <pc:docMk/>
          <pc:sldMk cId="945535033" sldId="322"/>
        </pc:sldMkLst>
        <pc:graphicFrameChg chg="mod modGraphic">
          <ac:chgData name="Jason CHUI" userId="S::jasonchui@smu.edu.sg::b866c269-6d15-4970-91eb-d8942c088c9d" providerId="AD" clId="Web-{00000000-0000-0000-0000-000000000000}" dt="2026-08-13T03:16:31.730" v="29"/>
          <ac:graphicFrameMkLst>
            <pc:docMk/>
            <pc:sldMk cId="945535033" sldId="322"/>
            <ac:graphicFrameMk id="10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4327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02EA36D-7919-0119-4D7A-A8F0F8E6D30B}"/>
            </a:ext>
          </a:extLst>
        </p:cNvPr>
        <p:cNvGrpSpPr/>
        <p:nvPr/>
      </p:nvGrpSpPr>
      <p:grpSpPr>
        <a:xfrm>
          <a:off x="0" y="0"/>
          <a:ext cx="0" cy="0"/>
          <a:chOff x="0" y="0"/>
          <a:chExt cx="0" cy="0"/>
        </a:xfrm>
      </p:grpSpPr>
      <p:sp>
        <p:nvSpPr>
          <p:cNvPr id="85" name="Google Shape;85;p71:notes">
            <a:extLst>
              <a:ext uri="{FF2B5EF4-FFF2-40B4-BE49-F238E27FC236}">
                <a16:creationId xmlns:a16="http://schemas.microsoft.com/office/drawing/2014/main" id="{C171EECF-E774-62A7-B37D-41041C7CB6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71:notes">
            <a:extLst>
              <a:ext uri="{FF2B5EF4-FFF2-40B4-BE49-F238E27FC236}">
                <a16:creationId xmlns:a16="http://schemas.microsoft.com/office/drawing/2014/main" id="{29CE75A9-1126-A6EE-6C4E-1584F02A04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56306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3448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7" name="Google Shape;197;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3" name="Google Shape;203;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5" name="Google Shape;215;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SMU has free O’Reilly resource to these books &amp; more, sign if via your SMU Google’s account to gain access.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6" name="Google Shape;326;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3" name="Google Shape;333;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4" name="Google Shape;364;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377301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a:extLst>
            <a:ext uri="{FF2B5EF4-FFF2-40B4-BE49-F238E27FC236}">
              <a16:creationId xmlns:a16="http://schemas.microsoft.com/office/drawing/2014/main" id="{C3E186D1-B5D6-7C19-EE4E-379CB8631E69}"/>
            </a:ext>
          </a:extLst>
        </p:cNvPr>
        <p:cNvGrpSpPr/>
        <p:nvPr/>
      </p:nvGrpSpPr>
      <p:grpSpPr>
        <a:xfrm>
          <a:off x="0" y="0"/>
          <a:ext cx="0" cy="0"/>
          <a:chOff x="0" y="0"/>
          <a:chExt cx="0" cy="0"/>
        </a:xfrm>
      </p:grpSpPr>
      <p:sp>
        <p:nvSpPr>
          <p:cNvPr id="397" name="Google Shape;397;p43:notes">
            <a:extLst>
              <a:ext uri="{FF2B5EF4-FFF2-40B4-BE49-F238E27FC236}">
                <a16:creationId xmlns:a16="http://schemas.microsoft.com/office/drawing/2014/main" id="{A7C19295-940D-AAA1-5B1E-324A3374E2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p43:notes">
            <a:extLst>
              <a:ext uri="{FF2B5EF4-FFF2-40B4-BE49-F238E27FC236}">
                <a16:creationId xmlns:a16="http://schemas.microsoft.com/office/drawing/2014/main" id="{79F30FFE-D521-3CA6-0C07-90DF6C3D5D6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98152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ED549DE-692F-3597-DA8E-3DBA15A5BB64}"/>
            </a:ext>
          </a:extLst>
        </p:cNvPr>
        <p:cNvGrpSpPr/>
        <p:nvPr/>
      </p:nvGrpSpPr>
      <p:grpSpPr>
        <a:xfrm>
          <a:off x="0" y="0"/>
          <a:ext cx="0" cy="0"/>
          <a:chOff x="0" y="0"/>
          <a:chExt cx="0" cy="0"/>
        </a:xfrm>
      </p:grpSpPr>
      <p:sp>
        <p:nvSpPr>
          <p:cNvPr id="338" name="Google Shape;338;p34:notes">
            <a:extLst>
              <a:ext uri="{FF2B5EF4-FFF2-40B4-BE49-F238E27FC236}">
                <a16:creationId xmlns:a16="http://schemas.microsoft.com/office/drawing/2014/main" id="{F4F98E6D-E752-AF1F-0288-CCA2AAF46E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34:notes">
            <a:extLst>
              <a:ext uri="{FF2B5EF4-FFF2-40B4-BE49-F238E27FC236}">
                <a16:creationId xmlns:a16="http://schemas.microsoft.com/office/drawing/2014/main" id="{9B31DCF3-0761-97DB-9328-65E4C67A9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540221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525178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350">
              <a:solidFill>
                <a:srgbClr val="333333"/>
              </a:solidFill>
              <a:highlight>
                <a:srgbClr val="FFFFFF"/>
              </a:highlight>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350">
              <a:solidFill>
                <a:srgbClr val="333333"/>
              </a:solidFill>
              <a:highlight>
                <a:srgbClr val="FFFFFF"/>
              </a:highlight>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a:extLst>
            <a:ext uri="{FF2B5EF4-FFF2-40B4-BE49-F238E27FC236}">
              <a16:creationId xmlns:a16="http://schemas.microsoft.com/office/drawing/2014/main" id="{909BCC9D-CE74-81B2-D13A-420DCAF6CF58}"/>
            </a:ext>
          </a:extLst>
        </p:cNvPr>
        <p:cNvGrpSpPr/>
        <p:nvPr/>
      </p:nvGrpSpPr>
      <p:grpSpPr>
        <a:xfrm>
          <a:off x="0" y="0"/>
          <a:ext cx="0" cy="0"/>
          <a:chOff x="0" y="0"/>
          <a:chExt cx="0" cy="0"/>
        </a:xfrm>
      </p:grpSpPr>
      <p:sp>
        <p:nvSpPr>
          <p:cNvPr id="397" name="Google Shape;397;p43:notes">
            <a:extLst>
              <a:ext uri="{FF2B5EF4-FFF2-40B4-BE49-F238E27FC236}">
                <a16:creationId xmlns:a16="http://schemas.microsoft.com/office/drawing/2014/main" id="{FE383532-3E63-EB65-183E-033FE1552E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p43:notes">
            <a:extLst>
              <a:ext uri="{FF2B5EF4-FFF2-40B4-BE49-F238E27FC236}">
                <a16:creationId xmlns:a16="http://schemas.microsoft.com/office/drawing/2014/main" id="{61548625-C627-3DC3-03EB-AE4CEEBC72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643885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4" name="Google Shape;444;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8" name="Google Shape;458;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539176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6" name="Google Shape;466;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4" name="Google Shape;474;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9" name="Google Shape;489;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60"/>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2" name="Google Shape;12;p60"/>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3" name="Google Shape;13;p60"/>
          <p:cNvSpPr txBox="1">
            <a:spLocks noGrp="1"/>
          </p:cNvSpPr>
          <p:nvPr>
            <p:ph type="ctrTitle"/>
          </p:nvPr>
        </p:nvSpPr>
        <p:spPr>
          <a:xfrm>
            <a:off x="3044699" y="1444255"/>
            <a:ext cx="3144065"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4" name="Google Shape;14;p60"/>
          <p:cNvSpPr txBox="1">
            <a:spLocks noGrp="1"/>
          </p:cNvSpPr>
          <p:nvPr>
            <p:ph type="subTitle" idx="1"/>
          </p:nvPr>
        </p:nvSpPr>
        <p:spPr>
          <a:xfrm>
            <a:off x="3044700" y="3116580"/>
            <a:ext cx="3144064"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Arial"/>
              <a:buNone/>
              <a:defRPr sz="2100">
                <a:latin typeface="Arial"/>
                <a:ea typeface="Arial"/>
                <a:cs typeface="Arial"/>
                <a:sym typeface="Arial"/>
              </a:defRPr>
            </a:lvl1pPr>
            <a:lvl2pPr lvl="1" algn="ctr">
              <a:lnSpc>
                <a:spcPct val="100000"/>
              </a:lnSpc>
              <a:spcBef>
                <a:spcPts val="0"/>
              </a:spcBef>
              <a:spcAft>
                <a:spcPts val="0"/>
              </a:spcAft>
              <a:buSzPts val="2100"/>
              <a:buFont typeface="Arial"/>
              <a:buNone/>
              <a:defRPr sz="2100">
                <a:latin typeface="Arial"/>
                <a:ea typeface="Arial"/>
                <a:cs typeface="Arial"/>
                <a:sym typeface="Arial"/>
              </a:defRPr>
            </a:lvl2pPr>
            <a:lvl3pPr lvl="2" algn="ctr">
              <a:lnSpc>
                <a:spcPct val="100000"/>
              </a:lnSpc>
              <a:spcBef>
                <a:spcPts val="0"/>
              </a:spcBef>
              <a:spcAft>
                <a:spcPts val="0"/>
              </a:spcAft>
              <a:buSzPts val="2100"/>
              <a:buFont typeface="Arial"/>
              <a:buNone/>
              <a:defRPr sz="2100">
                <a:latin typeface="Arial"/>
                <a:ea typeface="Arial"/>
                <a:cs typeface="Arial"/>
                <a:sym typeface="Arial"/>
              </a:defRPr>
            </a:lvl3pPr>
            <a:lvl4pPr lvl="3" algn="ctr">
              <a:lnSpc>
                <a:spcPct val="100000"/>
              </a:lnSpc>
              <a:spcBef>
                <a:spcPts val="0"/>
              </a:spcBef>
              <a:spcAft>
                <a:spcPts val="0"/>
              </a:spcAft>
              <a:buSzPts val="2100"/>
              <a:buFont typeface="Arial"/>
              <a:buNone/>
              <a:defRPr sz="2100">
                <a:latin typeface="Arial"/>
                <a:ea typeface="Arial"/>
                <a:cs typeface="Arial"/>
                <a:sym typeface="Arial"/>
              </a:defRPr>
            </a:lvl4pPr>
            <a:lvl5pPr lvl="4" algn="ctr">
              <a:lnSpc>
                <a:spcPct val="100000"/>
              </a:lnSpc>
              <a:spcBef>
                <a:spcPts val="0"/>
              </a:spcBef>
              <a:spcAft>
                <a:spcPts val="0"/>
              </a:spcAft>
              <a:buSzPts val="2100"/>
              <a:buFont typeface="Arial"/>
              <a:buNone/>
              <a:defRPr sz="2100">
                <a:latin typeface="Arial"/>
                <a:ea typeface="Arial"/>
                <a:cs typeface="Arial"/>
                <a:sym typeface="Arial"/>
              </a:defRPr>
            </a:lvl5pPr>
            <a:lvl6pPr lvl="5" algn="ctr">
              <a:lnSpc>
                <a:spcPct val="100000"/>
              </a:lnSpc>
              <a:spcBef>
                <a:spcPts val="0"/>
              </a:spcBef>
              <a:spcAft>
                <a:spcPts val="0"/>
              </a:spcAft>
              <a:buSzPts val="2100"/>
              <a:buFont typeface="Arial"/>
              <a:buNone/>
              <a:defRPr sz="2100">
                <a:latin typeface="Arial"/>
                <a:ea typeface="Arial"/>
                <a:cs typeface="Arial"/>
                <a:sym typeface="Arial"/>
              </a:defRPr>
            </a:lvl6pPr>
            <a:lvl7pPr lvl="6" algn="ctr">
              <a:lnSpc>
                <a:spcPct val="100000"/>
              </a:lnSpc>
              <a:spcBef>
                <a:spcPts val="0"/>
              </a:spcBef>
              <a:spcAft>
                <a:spcPts val="0"/>
              </a:spcAft>
              <a:buSzPts val="2100"/>
              <a:buFont typeface="Arial"/>
              <a:buNone/>
              <a:defRPr sz="2100">
                <a:latin typeface="Arial"/>
                <a:ea typeface="Arial"/>
                <a:cs typeface="Arial"/>
                <a:sym typeface="Arial"/>
              </a:defRPr>
            </a:lvl7pPr>
            <a:lvl8pPr lvl="7" algn="ctr">
              <a:lnSpc>
                <a:spcPct val="100000"/>
              </a:lnSpc>
              <a:spcBef>
                <a:spcPts val="0"/>
              </a:spcBef>
              <a:spcAft>
                <a:spcPts val="0"/>
              </a:spcAft>
              <a:buSzPts val="2100"/>
              <a:buFont typeface="Arial"/>
              <a:buNone/>
              <a:defRPr sz="2100">
                <a:latin typeface="Arial"/>
                <a:ea typeface="Arial"/>
                <a:cs typeface="Arial"/>
                <a:sym typeface="Arial"/>
              </a:defRPr>
            </a:lvl8pPr>
            <a:lvl9pPr lvl="8" algn="ctr">
              <a:lnSpc>
                <a:spcPct val="100000"/>
              </a:lnSpc>
              <a:spcBef>
                <a:spcPts val="0"/>
              </a:spcBef>
              <a:spcAft>
                <a:spcPts val="0"/>
              </a:spcAft>
              <a:buSzPts val="2100"/>
              <a:buFont typeface="Arial"/>
              <a:buNone/>
              <a:defRPr sz="2100">
                <a:latin typeface="Arial"/>
                <a:ea typeface="Arial"/>
                <a:cs typeface="Arial"/>
                <a:sym typeface="Arial"/>
              </a:defRPr>
            </a:lvl9pPr>
          </a:lstStyle>
          <a:p>
            <a:endParaRPr/>
          </a:p>
        </p:txBody>
      </p:sp>
      <p:sp>
        <p:nvSpPr>
          <p:cNvPr id="15" name="Google Shape;1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6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8" name="Google Shape;18;p6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6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0" name="Google Shape;20;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6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6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4" name="Google Shape;24;p62"/>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5" name="Google Shape;25;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6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28" name="Google Shape;28;p6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29" name="Google Shape;29;p63"/>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30" name="Google Shape;30;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3" name="Google Shape;3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6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5"/>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7" name="Google Shape;37;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6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6"/>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1" name="Google Shape;41;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67"/>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7"/>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5" name="Google Shape;45;p67"/>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6" name="Google Shape;46;p67"/>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Arial"/>
              <a:buNone/>
              <a:defRPr sz="2400">
                <a:latin typeface="Arial"/>
                <a:ea typeface="Arial"/>
                <a:cs typeface="Arial"/>
                <a:sym typeface="Arial"/>
              </a:defRPr>
            </a:lvl1pPr>
            <a:lvl2pPr lvl="1" algn="ctr">
              <a:lnSpc>
                <a:spcPct val="100000"/>
              </a:lnSpc>
              <a:spcBef>
                <a:spcPts val="0"/>
              </a:spcBef>
              <a:spcAft>
                <a:spcPts val="0"/>
              </a:spcAft>
              <a:buSzPts val="2400"/>
              <a:buFont typeface="Arial"/>
              <a:buNone/>
              <a:defRPr sz="2400">
                <a:latin typeface="Arial"/>
                <a:ea typeface="Arial"/>
                <a:cs typeface="Arial"/>
                <a:sym typeface="Arial"/>
              </a:defRPr>
            </a:lvl2pPr>
            <a:lvl3pPr lvl="2" algn="ctr">
              <a:lnSpc>
                <a:spcPct val="100000"/>
              </a:lnSpc>
              <a:spcBef>
                <a:spcPts val="0"/>
              </a:spcBef>
              <a:spcAft>
                <a:spcPts val="0"/>
              </a:spcAft>
              <a:buSzPts val="2400"/>
              <a:buFont typeface="Arial"/>
              <a:buNone/>
              <a:defRPr sz="2400">
                <a:latin typeface="Arial"/>
                <a:ea typeface="Arial"/>
                <a:cs typeface="Arial"/>
                <a:sym typeface="Arial"/>
              </a:defRPr>
            </a:lvl3pPr>
            <a:lvl4pPr lvl="3" algn="ctr">
              <a:lnSpc>
                <a:spcPct val="100000"/>
              </a:lnSpc>
              <a:spcBef>
                <a:spcPts val="0"/>
              </a:spcBef>
              <a:spcAft>
                <a:spcPts val="0"/>
              </a:spcAft>
              <a:buSzPts val="2400"/>
              <a:buFont typeface="Arial"/>
              <a:buNone/>
              <a:defRPr sz="2400">
                <a:latin typeface="Arial"/>
                <a:ea typeface="Arial"/>
                <a:cs typeface="Arial"/>
                <a:sym typeface="Arial"/>
              </a:defRPr>
            </a:lvl4pPr>
            <a:lvl5pPr lvl="4" algn="ctr">
              <a:lnSpc>
                <a:spcPct val="100000"/>
              </a:lnSpc>
              <a:spcBef>
                <a:spcPts val="0"/>
              </a:spcBef>
              <a:spcAft>
                <a:spcPts val="0"/>
              </a:spcAft>
              <a:buSzPts val="2400"/>
              <a:buFont typeface="Arial"/>
              <a:buNone/>
              <a:defRPr sz="2400">
                <a:latin typeface="Arial"/>
                <a:ea typeface="Arial"/>
                <a:cs typeface="Arial"/>
                <a:sym typeface="Arial"/>
              </a:defRPr>
            </a:lvl5pPr>
            <a:lvl6pPr lvl="5" algn="ctr">
              <a:lnSpc>
                <a:spcPct val="100000"/>
              </a:lnSpc>
              <a:spcBef>
                <a:spcPts val="0"/>
              </a:spcBef>
              <a:spcAft>
                <a:spcPts val="0"/>
              </a:spcAft>
              <a:buSzPts val="2400"/>
              <a:buFont typeface="Arial"/>
              <a:buNone/>
              <a:defRPr sz="2400">
                <a:latin typeface="Arial"/>
                <a:ea typeface="Arial"/>
                <a:cs typeface="Arial"/>
                <a:sym typeface="Arial"/>
              </a:defRPr>
            </a:lvl6pPr>
            <a:lvl7pPr lvl="6" algn="ctr">
              <a:lnSpc>
                <a:spcPct val="100000"/>
              </a:lnSpc>
              <a:spcBef>
                <a:spcPts val="0"/>
              </a:spcBef>
              <a:spcAft>
                <a:spcPts val="0"/>
              </a:spcAft>
              <a:buSzPts val="2400"/>
              <a:buFont typeface="Arial"/>
              <a:buNone/>
              <a:defRPr sz="2400">
                <a:latin typeface="Arial"/>
                <a:ea typeface="Arial"/>
                <a:cs typeface="Arial"/>
                <a:sym typeface="Arial"/>
              </a:defRPr>
            </a:lvl7pPr>
            <a:lvl8pPr lvl="7" algn="ctr">
              <a:lnSpc>
                <a:spcPct val="100000"/>
              </a:lnSpc>
              <a:spcBef>
                <a:spcPts val="0"/>
              </a:spcBef>
              <a:spcAft>
                <a:spcPts val="0"/>
              </a:spcAft>
              <a:buSzPts val="2400"/>
              <a:buFont typeface="Arial"/>
              <a:buNone/>
              <a:defRPr sz="2400">
                <a:latin typeface="Arial"/>
                <a:ea typeface="Arial"/>
                <a:cs typeface="Arial"/>
                <a:sym typeface="Arial"/>
              </a:defRPr>
            </a:lvl8pPr>
            <a:lvl9pPr lvl="8" algn="ctr">
              <a:lnSpc>
                <a:spcPct val="100000"/>
              </a:lnSpc>
              <a:spcBef>
                <a:spcPts val="0"/>
              </a:spcBef>
              <a:spcAft>
                <a:spcPts val="0"/>
              </a:spcAft>
              <a:buSzPts val="2400"/>
              <a:buFont typeface="Arial"/>
              <a:buNone/>
              <a:defRPr sz="2400">
                <a:latin typeface="Arial"/>
                <a:ea typeface="Arial"/>
                <a:cs typeface="Arial"/>
                <a:sym typeface="Arial"/>
              </a:defRPr>
            </a:lvl9pPr>
          </a:lstStyle>
          <a:p>
            <a:endParaRPr/>
          </a:p>
        </p:txBody>
      </p:sp>
      <p:sp>
        <p:nvSpPr>
          <p:cNvPr id="47" name="Google Shape;47;p67"/>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8" name="Google Shape;48;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68"/>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Arial"/>
              <a:buNone/>
              <a:defRPr sz="2400">
                <a:latin typeface="Arial"/>
                <a:ea typeface="Arial"/>
                <a:cs typeface="Arial"/>
                <a:sym typeface="Arial"/>
              </a:defRPr>
            </a:lvl1pPr>
          </a:lstStyle>
          <a:p>
            <a:endParaRPr/>
          </a:p>
        </p:txBody>
      </p:sp>
      <p:sp>
        <p:nvSpPr>
          <p:cNvPr id="51" name="Google Shape;51;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6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69"/>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5" name="Google Shape;55;p69"/>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6" name="Google Shape;56;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88253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5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7" name="Google Shape;7;p5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FD759022-E3BB-F813-3CF0-9356A05BC2B9}"/>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ctr"/>
            <a:r>
              <a:rPr lang="en-US" sz="80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lkshar@smu.edu.s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mailto:hnmok@smu.edu.sg"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mailto:lkshar@smu.edu.s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hyperlink" Target="mailto:kjshim@smu.edu.sg"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mailto:jasonchui@smu.edu.s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mailto:lfthiang@smu.edu.s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hyperlink" Target="mailto:andrewtan@smu.edu.sg"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mailto:ccwong@smu.edu.s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hyperlink" Target="mailto:alvintaylz@smu.edu.s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hyperlink" Target="mailto:yuhui.chong.2024@computing.smu.edu.sg" TargetMode="External"/><Relationship Id="rId13" Type="http://schemas.openxmlformats.org/officeDocument/2006/relationships/hyperlink" Target="mailto:jereme.tan.2024@computing.smu.edu.sg" TargetMode="External"/><Relationship Id="rId3" Type="http://schemas.openxmlformats.org/officeDocument/2006/relationships/hyperlink" Target="mailto:don.ang.2024@computing.smu.edu.sg" TargetMode="External"/><Relationship Id="rId7" Type="http://schemas.openxmlformats.org/officeDocument/2006/relationships/hyperlink" Target="mailto:daa.otero.2024@computing.smu.edu.sg" TargetMode="External"/><Relationship Id="rId12" Type="http://schemas.openxmlformats.org/officeDocument/2006/relationships/hyperlink" Target="mailto:bryan.yap.2024@computing.smu.edu.sg"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mailto:jiale.lee.2024@computing.smu.edu.sg" TargetMode="External"/><Relationship Id="rId11" Type="http://schemas.openxmlformats.org/officeDocument/2006/relationships/hyperlink" Target="mailto:ryan.ngui.2024@computing.smu.edu.sg" TargetMode="External"/><Relationship Id="rId5" Type="http://schemas.openxmlformats.org/officeDocument/2006/relationships/hyperlink" Target="mailto:sr.cham.2024@computing.smu.edu.sg" TargetMode="External"/><Relationship Id="rId10" Type="http://schemas.openxmlformats.org/officeDocument/2006/relationships/hyperlink" Target="mailto:swen.teo.2024@computing.smu.edu.sg" TargetMode="External"/><Relationship Id="rId4" Type="http://schemas.openxmlformats.org/officeDocument/2006/relationships/hyperlink" Target="mailto:shirin.ruth.2024@computing.smu.edu.sg" TargetMode="External"/><Relationship Id="rId9" Type="http://schemas.openxmlformats.org/officeDocument/2006/relationships/hyperlink" Target="mailto:brian.leong.2024@computing.smu.edu.sg" TargetMode="External"/><Relationship Id="rId14" Type="http://schemas.openxmlformats.org/officeDocument/2006/relationships/hyperlink" Target="mailto:nicholas.lo.2024@computing.smu.edu.sg"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scis.smu.edu.sg/bsc-information-systems/majors/information-system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ccms.coursedog.com/#/sy/document/SIS5BBEEA527E5C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s://www.w3schools.com/ht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hyperlink" Target="https://www.google.com/chrome/"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hyperlink" Target="https://developers.google.com/web/tools/chrome-devtools/"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hyperlink" Target="https://eric-wp0-react-spa.ericngyw.workers.dev/" TargetMode="External"/><Relationship Id="rId2" Type="http://schemas.openxmlformats.org/officeDocument/2006/relationships/hyperlink" Target="https://forms.gle/StdC1NFNwoUFmaeq9"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hyperlink" Target="http://jsfiddle.net/"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developer.mozilla.org/en-US/docs/Web/Events"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openweathermap.org/api"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hyperlink" Target="https://openweathermap.org/api/current?collection=current_forecast"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api.openweathermap.org/data/2.5/weather?q=London,uk&amp;APPID=d8ad138bef71d007adaa6bc3ffd863eb"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hyperlink" Target="https://openweathermap.org/price"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s://cloud.google.com/maps-platform/"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hyperlink" Target="https://developers.google.com/maps/documentation/javascript" TargetMode="External"/></Relationships>
</file>

<file path=ppt/slides/_rels/slide67.xml.rels><?xml version="1.0" encoding="UTF-8" standalone="yes"?>
<Relationships xmlns="http://schemas.openxmlformats.org/package/2006/relationships"><Relationship Id="rId3" Type="http://schemas.openxmlformats.org/officeDocument/2006/relationships/hyperlink" Target="https://mapsplatform.google.com/" TargetMode="External"/><Relationship Id="rId2" Type="http://schemas.openxmlformats.org/officeDocument/2006/relationships/notesSlide" Target="../notesSlides/notesSlide63.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6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9.xml.rels><?xml version="1.0" encoding="UTF-8" standalone="yes"?>
<Relationships xmlns="http://schemas.openxmlformats.org/package/2006/relationships"><Relationship Id="rId3" Type="http://schemas.openxmlformats.org/officeDocument/2006/relationships/hyperlink" Target="https://developers.google.com/maps/documentation/javascript/adding-a-google-map#javascript" TargetMode="External"/><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
          <p:cNvSpPr txBox="1">
            <a:spLocks noGrp="1"/>
          </p:cNvSpPr>
          <p:nvPr>
            <p:ph type="ctrTitle"/>
          </p:nvPr>
        </p:nvSpPr>
        <p:spPr>
          <a:xfrm>
            <a:off x="3044699" y="1444255"/>
            <a:ext cx="3651375"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 sz="3600"/>
              <a:t>Web Application Development II</a:t>
            </a:r>
            <a:endParaRPr sz="3600"/>
          </a:p>
        </p:txBody>
      </p:sp>
      <p:sp>
        <p:nvSpPr>
          <p:cNvPr id="64" name="Google Shape;64;p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1: Introduction</a:t>
            </a:r>
            <a:endParaRPr/>
          </a:p>
          <a:p>
            <a:pPr marL="0" lvl="0" indent="0" algn="ctr" rtl="0">
              <a:lnSpc>
                <a:spcPct val="100000"/>
              </a:lnSpc>
              <a:spcBef>
                <a:spcPts val="0"/>
              </a:spcBef>
              <a:spcAft>
                <a:spcPts val="0"/>
              </a:spcAft>
              <a:buSzPts val="21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Faculty</a:t>
            </a:r>
            <a:endParaRPr/>
          </a:p>
        </p:txBody>
      </p:sp>
      <p:sp>
        <p:nvSpPr>
          <p:cNvPr id="79" name="Google Shape;79;p3"/>
          <p:cNvSpPr txBox="1">
            <a:spLocks noGrp="1"/>
          </p:cNvSpPr>
          <p:nvPr>
            <p:ph type="body" idx="1"/>
          </p:nvPr>
        </p:nvSpPr>
        <p:spPr>
          <a:xfrm>
            <a:off x="311700" y="1225224"/>
            <a:ext cx="5060400" cy="3689675"/>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Aft>
                <a:spcPts val="0"/>
              </a:spcAft>
              <a:buSzPts val="1400"/>
              <a:buChar char="●"/>
            </a:pPr>
            <a:r>
              <a:rPr lang="en" sz="1600"/>
              <a:t>SHAR Lwin Khin</a:t>
            </a:r>
            <a:endParaRPr sz="1600"/>
          </a:p>
          <a:p>
            <a:pPr marL="914400" lvl="1" indent="-304800" algn="l" rtl="0">
              <a:lnSpc>
                <a:spcPct val="100000"/>
              </a:lnSpc>
              <a:spcBef>
                <a:spcPts val="0"/>
              </a:spcBef>
              <a:spcAft>
                <a:spcPts val="0"/>
              </a:spcAft>
              <a:buSzPts val="1200"/>
              <a:buChar char="○"/>
            </a:pPr>
            <a:r>
              <a:rPr lang="en" sz="1600"/>
              <a:t>Office: SCIS II Level 4, Room 4057</a:t>
            </a:r>
            <a:endParaRPr sz="1600"/>
          </a:p>
          <a:p>
            <a:pPr lvl="1">
              <a:lnSpc>
                <a:spcPct val="100000"/>
              </a:lnSpc>
              <a:spcBef>
                <a:spcPts val="0"/>
              </a:spcBef>
            </a:pPr>
            <a:r>
              <a:rPr lang="en" sz="1600"/>
              <a:t>tele: @</a:t>
            </a:r>
            <a:r>
              <a:rPr lang="en" sz="1600" err="1"/>
              <a:t>lkshar</a:t>
            </a:r>
            <a:endParaRPr sz="1600"/>
          </a:p>
          <a:p>
            <a:pPr marL="914400" lvl="1" indent="-304800" algn="l" rtl="0">
              <a:lnSpc>
                <a:spcPct val="100000"/>
              </a:lnSpc>
              <a:spcBef>
                <a:spcPts val="0"/>
              </a:spcBef>
              <a:spcAft>
                <a:spcPts val="0"/>
              </a:spcAft>
              <a:buSzPts val="1200"/>
              <a:buChar char="○"/>
            </a:pPr>
            <a:r>
              <a:rPr lang="en" sz="1600"/>
              <a:t>Email: </a:t>
            </a:r>
            <a:r>
              <a:rPr lang="en" sz="1600">
                <a:hlinkClick r:id="rId3"/>
              </a:rPr>
              <a:t>lkshar@smu.edu.sg</a:t>
            </a: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lvl="0">
              <a:lnSpc>
                <a:spcPct val="100000"/>
              </a:lnSpc>
            </a:pPr>
            <a:r>
              <a:rPr lang="en-US" sz="1600"/>
              <a:t>MOK Heng Ngee</a:t>
            </a:r>
            <a:endParaRPr lang="en-US" sz="1600">
              <a:solidFill>
                <a:srgbClr val="000000"/>
              </a:solidFill>
            </a:endParaRPr>
          </a:p>
          <a:p>
            <a:pPr lvl="1">
              <a:lnSpc>
                <a:spcPct val="100000"/>
              </a:lnSpc>
              <a:spcBef>
                <a:spcPts val="0"/>
              </a:spcBef>
            </a:pPr>
            <a:r>
              <a:rPr lang="en-US" sz="1600"/>
              <a:t>Office: SCIS I Level 5, Room 5036 </a:t>
            </a:r>
            <a:endParaRPr lang="en-US" sz="1600">
              <a:solidFill>
                <a:srgbClr val="000000"/>
              </a:solidFill>
            </a:endParaRPr>
          </a:p>
          <a:p>
            <a:pPr lvl="1">
              <a:lnSpc>
                <a:spcPct val="100000"/>
              </a:lnSpc>
              <a:spcBef>
                <a:spcPts val="0"/>
              </a:spcBef>
            </a:pPr>
            <a:r>
              <a:rPr lang="en-US" sz="1600"/>
              <a:t>tele: @</a:t>
            </a:r>
            <a:r>
              <a:rPr lang="en-US" sz="1600" err="1"/>
              <a:t>Mokkie</a:t>
            </a:r>
            <a:endParaRPr lang="en-US" sz="1600">
              <a:solidFill>
                <a:srgbClr val="000000"/>
              </a:solidFill>
            </a:endParaRPr>
          </a:p>
          <a:p>
            <a:pPr lvl="1">
              <a:lnSpc>
                <a:spcPct val="100000"/>
              </a:lnSpc>
              <a:spcBef>
                <a:spcPts val="0"/>
              </a:spcBef>
            </a:pPr>
            <a:r>
              <a:rPr lang="en-US" sz="1600"/>
              <a:t>Email: </a:t>
            </a:r>
            <a:r>
              <a:rPr lang="en-US" sz="1600">
                <a:hlinkClick r:id="rId4"/>
              </a:rPr>
              <a:t>hnmok@smu.edu.sg</a:t>
            </a:r>
            <a:endParaRPr lang="en-US" sz="1600"/>
          </a:p>
          <a:p>
            <a:pPr lvl="1">
              <a:lnSpc>
                <a:spcPct val="100000"/>
              </a:lnSpc>
              <a:spcBef>
                <a:spcPts val="0"/>
              </a:spcBef>
            </a:pPr>
            <a:endParaRPr lang="en-US" sz="1600"/>
          </a:p>
          <a:p>
            <a:pPr indent="-304800">
              <a:lnSpc>
                <a:spcPct val="100000"/>
              </a:lnSpc>
              <a:buSzPts val="1200"/>
              <a:buChar char="○"/>
            </a:pPr>
            <a:endParaRPr sz="1600"/>
          </a:p>
        </p:txBody>
      </p:sp>
      <p:pic>
        <p:nvPicPr>
          <p:cNvPr id="81" name="Google Shape;81;p3" descr="A picture containing person, window, indoor, sitting&#10;&#10;Description automatically generated"/>
          <p:cNvPicPr preferRelativeResize="0"/>
          <p:nvPr/>
        </p:nvPicPr>
        <p:blipFill rotWithShape="1">
          <a:blip r:embed="rId5">
            <a:alphaModFix/>
          </a:blip>
          <a:srcRect/>
          <a:stretch/>
        </p:blipFill>
        <p:spPr>
          <a:xfrm>
            <a:off x="5594404" y="1123285"/>
            <a:ext cx="2022010" cy="1519844"/>
          </a:xfrm>
          <a:prstGeom prst="rect">
            <a:avLst/>
          </a:prstGeom>
          <a:noFill/>
          <a:ln>
            <a:noFill/>
          </a:ln>
        </p:spPr>
      </p:pic>
      <p:pic>
        <p:nvPicPr>
          <p:cNvPr id="82" name="Google Shape;82;p3"/>
          <p:cNvPicPr preferRelativeResize="0"/>
          <p:nvPr/>
        </p:nvPicPr>
        <p:blipFill>
          <a:blip r:embed="rId6">
            <a:alphaModFix/>
          </a:blip>
          <a:stretch>
            <a:fillRect/>
          </a:stretch>
        </p:blipFill>
        <p:spPr>
          <a:xfrm>
            <a:off x="5771824" y="3047569"/>
            <a:ext cx="1672467" cy="1597441"/>
          </a:xfrm>
          <a:prstGeom prst="rect">
            <a:avLst/>
          </a:prstGeom>
          <a:noFill/>
          <a:ln>
            <a:noFill/>
          </a:ln>
        </p:spPr>
      </p:pic>
    </p:spTree>
    <p:extLst>
      <p:ext uri="{BB962C8B-B14F-4D97-AF65-F5344CB8AC3E}">
        <p14:creationId xmlns:p14="http://schemas.microsoft.com/office/powerpoint/2010/main" val="466006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Faculty</a:t>
            </a:r>
            <a:endParaRPr/>
          </a:p>
        </p:txBody>
      </p:sp>
      <p:sp>
        <p:nvSpPr>
          <p:cNvPr id="79" name="Google Shape;79;p3"/>
          <p:cNvSpPr txBox="1">
            <a:spLocks noGrp="1"/>
          </p:cNvSpPr>
          <p:nvPr>
            <p:ph type="body" idx="1"/>
          </p:nvPr>
        </p:nvSpPr>
        <p:spPr>
          <a:xfrm>
            <a:off x="311700" y="1225224"/>
            <a:ext cx="5060400" cy="3689675"/>
          </a:xfrm>
          <a:prstGeom prst="rect">
            <a:avLst/>
          </a:prstGeom>
          <a:noFill/>
          <a:ln>
            <a:noFill/>
          </a:ln>
        </p:spPr>
        <p:txBody>
          <a:bodyPr spcFirstLastPara="1" wrap="square" lIns="91425" tIns="91425" rIns="91425" bIns="91425" anchor="t" anchorCtr="0">
            <a:noAutofit/>
          </a:bodyPr>
          <a:lstStyle/>
          <a:p>
            <a:pPr>
              <a:lnSpc>
                <a:spcPct val="100000"/>
              </a:lnSpc>
            </a:pPr>
            <a:r>
              <a:rPr lang="en" sz="1600"/>
              <a:t>Keith FWA Hua Leong</a:t>
            </a:r>
            <a:endParaRPr sz="1600"/>
          </a:p>
          <a:p>
            <a:pPr marL="914400" lvl="1" indent="-304800" algn="l" rtl="0">
              <a:lnSpc>
                <a:spcPct val="100000"/>
              </a:lnSpc>
              <a:spcBef>
                <a:spcPts val="0"/>
              </a:spcBef>
              <a:spcAft>
                <a:spcPts val="0"/>
              </a:spcAft>
              <a:buSzPts val="1200"/>
              <a:buChar char="○"/>
            </a:pPr>
            <a:r>
              <a:rPr lang="en" sz="1600"/>
              <a:t>Office: SCIS II Level 4, Room 4055</a:t>
            </a:r>
            <a:endParaRPr sz="1600"/>
          </a:p>
          <a:p>
            <a:pPr marL="914400" lvl="1" indent="-304800" algn="l" rtl="0">
              <a:lnSpc>
                <a:spcPct val="100000"/>
              </a:lnSpc>
              <a:spcBef>
                <a:spcPts val="0"/>
              </a:spcBef>
              <a:spcAft>
                <a:spcPts val="0"/>
              </a:spcAft>
              <a:buSzPts val="1200"/>
              <a:buChar char="○"/>
            </a:pPr>
            <a:r>
              <a:rPr lang="en" sz="1600"/>
              <a:t>Email: </a:t>
            </a:r>
            <a:r>
              <a:rPr lang="en" sz="1600">
                <a:hlinkClick r:id="rId3"/>
              </a:rPr>
              <a:t>hlfwa@smu.edu.sg</a:t>
            </a: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marL="914400" lvl="1" indent="-304800" algn="l" rtl="0">
              <a:lnSpc>
                <a:spcPct val="100000"/>
              </a:lnSpc>
              <a:spcBef>
                <a:spcPts val="0"/>
              </a:spcBef>
              <a:spcAft>
                <a:spcPts val="0"/>
              </a:spcAft>
              <a:buSzPts val="1200"/>
              <a:buChar char="○"/>
            </a:pPr>
            <a:endParaRPr lang="en" sz="1600"/>
          </a:p>
          <a:p>
            <a:pPr>
              <a:lnSpc>
                <a:spcPct val="100000"/>
              </a:lnSpc>
            </a:pPr>
            <a:r>
              <a:rPr lang="en-US" sz="1600"/>
              <a:t>Kyong Jin SHIM</a:t>
            </a:r>
            <a:endParaRPr lang="en-US" sz="1600">
              <a:solidFill>
                <a:srgbClr val="000000"/>
              </a:solidFill>
            </a:endParaRPr>
          </a:p>
          <a:p>
            <a:pPr lvl="1">
              <a:lnSpc>
                <a:spcPct val="100000"/>
              </a:lnSpc>
              <a:spcBef>
                <a:spcPts val="0"/>
              </a:spcBef>
            </a:pPr>
            <a:r>
              <a:rPr lang="en-US" sz="1600"/>
              <a:t>Office: SCIS I Level 5, Room 5020</a:t>
            </a:r>
            <a:endParaRPr lang="en-US" sz="1600">
              <a:solidFill>
                <a:srgbClr val="000000"/>
              </a:solidFill>
            </a:endParaRPr>
          </a:p>
          <a:p>
            <a:pPr lvl="1">
              <a:lnSpc>
                <a:spcPct val="100000"/>
              </a:lnSpc>
              <a:spcBef>
                <a:spcPts val="0"/>
              </a:spcBef>
            </a:pPr>
            <a:r>
              <a:rPr lang="en-US" sz="1600"/>
              <a:t>Email: </a:t>
            </a:r>
            <a:r>
              <a:rPr lang="en-US" sz="1600">
                <a:hlinkClick r:id="rId4"/>
              </a:rPr>
              <a:t>kjshim@smu.edu.sg</a:t>
            </a:r>
            <a:r>
              <a:rPr lang="en-US" sz="1600"/>
              <a:t> </a:t>
            </a:r>
          </a:p>
        </p:txBody>
      </p:sp>
      <p:pic>
        <p:nvPicPr>
          <p:cNvPr id="3" name="Google Shape;72;p2">
            <a:extLst>
              <a:ext uri="{FF2B5EF4-FFF2-40B4-BE49-F238E27FC236}">
                <a16:creationId xmlns:a16="http://schemas.microsoft.com/office/drawing/2014/main" id="{51AF3C5C-F5D6-30A1-C42A-C593B2FB73B9}"/>
              </a:ext>
            </a:extLst>
          </p:cNvPr>
          <p:cNvPicPr preferRelativeResize="0"/>
          <p:nvPr/>
        </p:nvPicPr>
        <p:blipFill rotWithShape="1">
          <a:blip r:embed="rId5">
            <a:alphaModFix/>
          </a:blip>
          <a:srcRect l="10332" t="6661" r="8095" b="-934"/>
          <a:stretch/>
        </p:blipFill>
        <p:spPr>
          <a:xfrm>
            <a:off x="6083387" y="3070061"/>
            <a:ext cx="1339389" cy="1480424"/>
          </a:xfrm>
          <a:prstGeom prst="rect">
            <a:avLst/>
          </a:prstGeom>
          <a:noFill/>
          <a:ln>
            <a:noFill/>
          </a:ln>
        </p:spPr>
      </p:pic>
      <p:pic>
        <p:nvPicPr>
          <p:cNvPr id="1026" name="Picture 2" descr="FWA Hua Leong's photo">
            <a:extLst>
              <a:ext uri="{FF2B5EF4-FFF2-40B4-BE49-F238E27FC236}">
                <a16:creationId xmlns:a16="http://schemas.microsoft.com/office/drawing/2014/main" id="{04A52899-0625-B11F-CD0A-9F5A6D282D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3387" y="1047750"/>
            <a:ext cx="1339389" cy="1607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59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7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Faculty</a:t>
            </a:r>
            <a:endParaRPr/>
          </a:p>
        </p:txBody>
      </p:sp>
      <p:sp>
        <p:nvSpPr>
          <p:cNvPr id="89" name="Google Shape;89;p71"/>
          <p:cNvSpPr txBox="1">
            <a:spLocks noGrp="1"/>
          </p:cNvSpPr>
          <p:nvPr>
            <p:ph type="body" idx="1"/>
          </p:nvPr>
        </p:nvSpPr>
        <p:spPr>
          <a:xfrm>
            <a:off x="311699" y="1333947"/>
            <a:ext cx="5374725" cy="3493627"/>
          </a:xfrm>
          <a:prstGeom prst="rect">
            <a:avLst/>
          </a:prstGeom>
          <a:noFill/>
          <a:ln>
            <a:noFill/>
          </a:ln>
        </p:spPr>
        <p:txBody>
          <a:bodyPr spcFirstLastPara="1" wrap="square" lIns="91425" tIns="91425" rIns="91425" bIns="91425" anchor="t" anchorCtr="0">
            <a:noAutofit/>
          </a:bodyPr>
          <a:lstStyle/>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a:lnSpc>
                <a:spcPct val="100000"/>
              </a:lnSpc>
            </a:pPr>
            <a:r>
              <a:rPr lang="en-US" sz="1600">
                <a:latin typeface="Arial Nova"/>
              </a:rPr>
              <a:t>Jason CHUI</a:t>
            </a:r>
            <a:endParaRPr lang="en-US" sz="1600">
              <a:latin typeface="Arial Nova" panose="020B0504020202020204" pitchFamily="34" charset="0"/>
            </a:endParaRPr>
          </a:p>
          <a:p>
            <a:pPr lvl="1">
              <a:lnSpc>
                <a:spcPct val="100000"/>
              </a:lnSpc>
              <a:spcBef>
                <a:spcPts val="0"/>
              </a:spcBef>
            </a:pPr>
            <a:r>
              <a:rPr lang="en-US" sz="1600">
                <a:latin typeface="Arial Nova"/>
              </a:rPr>
              <a:t>Office: SCIS I, Level 2, Instructors Office</a:t>
            </a:r>
          </a:p>
          <a:p>
            <a:pPr lvl="1">
              <a:lnSpc>
                <a:spcPct val="100000"/>
              </a:lnSpc>
              <a:spcBef>
                <a:spcPts val="0"/>
              </a:spcBef>
            </a:pPr>
            <a:r>
              <a:rPr lang="en-US" sz="1600">
                <a:latin typeface="Arial Nova"/>
              </a:rPr>
              <a:t>Email: </a:t>
            </a:r>
            <a:r>
              <a:rPr lang="en-US" sz="1600">
                <a:latin typeface="Arial Nova"/>
                <a:hlinkClick r:id="rId3"/>
              </a:rPr>
              <a:t>jasonchui@smu.edu.sg</a:t>
            </a:r>
            <a:r>
              <a:rPr lang="en-US" sz="1600">
                <a:latin typeface="Arial Nova"/>
              </a:rPr>
              <a:t> </a:t>
            </a:r>
            <a:endParaRPr lang="en-US" sz="1600">
              <a:latin typeface="Arial Nova" panose="020B0504020202020204" pitchFamily="34" charset="0"/>
            </a:endParaRPr>
          </a:p>
          <a:p>
            <a:pPr lvl="1">
              <a:lnSpc>
                <a:spcPct val="100000"/>
              </a:lnSpc>
              <a:spcBef>
                <a:spcPts val="0"/>
              </a:spcBef>
            </a:pPr>
            <a:endParaRPr lang="en-US" sz="1600">
              <a:latin typeface="Arial Nova" panose="020B0504020202020204" pitchFamily="34" charset="0"/>
            </a:endParaRPr>
          </a:p>
          <a:p>
            <a:pPr indent="-304800">
              <a:lnSpc>
                <a:spcPct val="100000"/>
              </a:lnSpc>
              <a:buSzPts val="1200"/>
              <a:buChar char="○"/>
            </a:pPr>
            <a:endParaRPr sz="1600">
              <a:latin typeface="Arial Nova" panose="020B0504020202020204" pitchFamily="34" charset="0"/>
            </a:endParaRPr>
          </a:p>
        </p:txBody>
      </p:sp>
      <p:pic>
        <p:nvPicPr>
          <p:cNvPr id="2" name="Picture 2">
            <a:extLst>
              <a:ext uri="{FF2B5EF4-FFF2-40B4-BE49-F238E27FC236}">
                <a16:creationId xmlns:a16="http://schemas.microsoft.com/office/drawing/2014/main" id="{94A449D3-305A-864A-4161-5FB7A954F9FE}"/>
              </a:ext>
            </a:extLst>
          </p:cNvPr>
          <p:cNvPicPr>
            <a:picLocks noChangeAspect="1"/>
          </p:cNvPicPr>
          <p:nvPr/>
        </p:nvPicPr>
        <p:blipFill>
          <a:blip r:embed="rId4"/>
          <a:stretch>
            <a:fillRect/>
          </a:stretch>
        </p:blipFill>
        <p:spPr>
          <a:xfrm>
            <a:off x="5845384" y="2100957"/>
            <a:ext cx="1362706" cy="1627881"/>
          </a:xfrm>
          <a:prstGeom prst="rect">
            <a:avLst/>
          </a:prstGeom>
        </p:spPr>
      </p:pic>
    </p:spTree>
    <p:extLst>
      <p:ext uri="{BB962C8B-B14F-4D97-AF65-F5344CB8AC3E}">
        <p14:creationId xmlns:p14="http://schemas.microsoft.com/office/powerpoint/2010/main" val="2752952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FA4F1C77-60BF-5F18-AFCA-DABAC5ECDA32}"/>
            </a:ext>
          </a:extLst>
        </p:cNvPr>
        <p:cNvGrpSpPr/>
        <p:nvPr/>
      </p:nvGrpSpPr>
      <p:grpSpPr>
        <a:xfrm>
          <a:off x="0" y="0"/>
          <a:ext cx="0" cy="0"/>
          <a:chOff x="0" y="0"/>
          <a:chExt cx="0" cy="0"/>
        </a:xfrm>
      </p:grpSpPr>
      <p:sp>
        <p:nvSpPr>
          <p:cNvPr id="88" name="Google Shape;88;p71">
            <a:extLst>
              <a:ext uri="{FF2B5EF4-FFF2-40B4-BE49-F238E27FC236}">
                <a16:creationId xmlns:a16="http://schemas.microsoft.com/office/drawing/2014/main" id="{049CB602-0405-9974-FEFD-E245EFB9A6A9}"/>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Instructors</a:t>
            </a:r>
            <a:endParaRPr/>
          </a:p>
        </p:txBody>
      </p:sp>
      <p:sp>
        <p:nvSpPr>
          <p:cNvPr id="89" name="Google Shape;89;p71">
            <a:extLst>
              <a:ext uri="{FF2B5EF4-FFF2-40B4-BE49-F238E27FC236}">
                <a16:creationId xmlns:a16="http://schemas.microsoft.com/office/drawing/2014/main" id="{C5F648D9-3439-3BFA-E82D-EF7DC03A2A74}"/>
              </a:ext>
            </a:extLst>
          </p:cNvPr>
          <p:cNvSpPr txBox="1">
            <a:spLocks noGrp="1"/>
          </p:cNvSpPr>
          <p:nvPr>
            <p:ph type="body" idx="1"/>
          </p:nvPr>
        </p:nvSpPr>
        <p:spPr>
          <a:xfrm>
            <a:off x="311699" y="1333947"/>
            <a:ext cx="5374725" cy="3493627"/>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Aft>
                <a:spcPts val="0"/>
              </a:spcAft>
              <a:buSzPts val="1400"/>
              <a:buChar char="●"/>
            </a:pPr>
            <a:r>
              <a:rPr lang="en" sz="1600">
                <a:latin typeface="Arial Nova"/>
              </a:rPr>
              <a:t>THIANG Lay Foo</a:t>
            </a:r>
            <a:endParaRPr sz="1600">
              <a:latin typeface="Arial Nova"/>
            </a:endParaRPr>
          </a:p>
          <a:p>
            <a:pPr marL="914400" lvl="1" indent="-304800" algn="l" rtl="0">
              <a:lnSpc>
                <a:spcPct val="100000"/>
              </a:lnSpc>
              <a:spcBef>
                <a:spcPts val="0"/>
              </a:spcBef>
              <a:spcAft>
                <a:spcPts val="0"/>
              </a:spcAft>
              <a:buSzPts val="1200"/>
              <a:buChar char="○"/>
            </a:pPr>
            <a:r>
              <a:rPr lang="en" sz="1600">
                <a:latin typeface="Arial Nova"/>
              </a:rPr>
              <a:t>Office: SCIS I, Level 2, Instructors Office</a:t>
            </a:r>
            <a:endParaRPr sz="1600">
              <a:latin typeface="Arial Nova"/>
            </a:endParaRPr>
          </a:p>
          <a:p>
            <a:pPr marL="914400" lvl="1" indent="-304800" algn="l" rtl="0">
              <a:lnSpc>
                <a:spcPct val="100000"/>
              </a:lnSpc>
              <a:spcBef>
                <a:spcPts val="0"/>
              </a:spcBef>
              <a:spcAft>
                <a:spcPts val="0"/>
              </a:spcAft>
              <a:buSzPts val="1200"/>
              <a:buChar char="○"/>
            </a:pPr>
            <a:r>
              <a:rPr lang="en" sz="1600">
                <a:latin typeface="Arial Nova"/>
              </a:rPr>
              <a:t>Phone: 6828 0266</a:t>
            </a:r>
            <a:endParaRPr sz="1600">
              <a:latin typeface="Arial Nova"/>
            </a:endParaRPr>
          </a:p>
          <a:p>
            <a:pPr marL="914400" lvl="1" indent="-304800" algn="l" rtl="0">
              <a:lnSpc>
                <a:spcPct val="100000"/>
              </a:lnSpc>
              <a:spcBef>
                <a:spcPts val="0"/>
              </a:spcBef>
              <a:spcAft>
                <a:spcPts val="0"/>
              </a:spcAft>
              <a:buSzPts val="1200"/>
              <a:buChar char="○"/>
            </a:pPr>
            <a:r>
              <a:rPr lang="en" sz="1600">
                <a:latin typeface="Arial Nova"/>
              </a:rPr>
              <a:t>Email: </a:t>
            </a:r>
            <a:r>
              <a:rPr lang="en" sz="1600">
                <a:latin typeface="Arial Nova"/>
                <a:hlinkClick r:id="rId3"/>
              </a:rPr>
              <a:t>lfthiang@smu.edu.sg</a:t>
            </a:r>
            <a:endParaRPr lang="en" sz="1600">
              <a:latin typeface="Arial Nova"/>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marL="914400" lvl="1" indent="-304800" algn="l" rtl="0">
              <a:lnSpc>
                <a:spcPct val="100000"/>
              </a:lnSpc>
              <a:spcBef>
                <a:spcPts val="0"/>
              </a:spcBef>
              <a:spcAft>
                <a:spcPts val="0"/>
              </a:spcAft>
              <a:buSzPts val="1200"/>
              <a:buChar char="○"/>
            </a:pPr>
            <a:endParaRPr lang="en" sz="1600">
              <a:latin typeface="Arial Nova" panose="020B0504020202020204" pitchFamily="34" charset="0"/>
            </a:endParaRPr>
          </a:p>
          <a:p>
            <a:pPr>
              <a:lnSpc>
                <a:spcPct val="100000"/>
              </a:lnSpc>
            </a:pPr>
            <a:r>
              <a:rPr lang="en-US" sz="1600">
                <a:latin typeface="Arial Nova"/>
              </a:rPr>
              <a:t>Cordelia LEE</a:t>
            </a:r>
            <a:endParaRPr lang="en-US" sz="1600">
              <a:latin typeface="Arial Nova" panose="020B0504020202020204" pitchFamily="34" charset="0"/>
            </a:endParaRPr>
          </a:p>
          <a:p>
            <a:pPr lvl="1">
              <a:lnSpc>
                <a:spcPct val="100000"/>
              </a:lnSpc>
              <a:spcBef>
                <a:spcPts val="0"/>
              </a:spcBef>
            </a:pPr>
            <a:r>
              <a:rPr lang="en-US" sz="1600">
                <a:latin typeface="Arial Nova"/>
              </a:rPr>
              <a:t>Office: SCIS I, Level 2, Instructors Office</a:t>
            </a:r>
          </a:p>
          <a:p>
            <a:pPr lvl="1">
              <a:lnSpc>
                <a:spcPct val="100000"/>
              </a:lnSpc>
              <a:spcBef>
                <a:spcPts val="0"/>
              </a:spcBef>
            </a:pPr>
            <a:r>
              <a:rPr lang="en-US" sz="1600">
                <a:latin typeface="Arial Nova"/>
              </a:rPr>
              <a:t>Email: </a:t>
            </a:r>
            <a:r>
              <a:rPr lang="en-US" sz="1600">
                <a:latin typeface="Arial Nova"/>
                <a:hlinkClick r:id="rId4"/>
              </a:rPr>
              <a:t>cordelialee@smu.edu.sg</a:t>
            </a:r>
            <a:r>
              <a:rPr lang="en-US" sz="1600">
                <a:latin typeface="Arial Nova"/>
              </a:rPr>
              <a:t> </a:t>
            </a:r>
            <a:endParaRPr lang="en-US" sz="1600">
              <a:latin typeface="Arial Nova" panose="020B0504020202020204" pitchFamily="34" charset="0"/>
            </a:endParaRPr>
          </a:p>
          <a:p>
            <a:pPr lvl="1">
              <a:lnSpc>
                <a:spcPct val="100000"/>
              </a:lnSpc>
              <a:spcBef>
                <a:spcPts val="0"/>
              </a:spcBef>
            </a:pPr>
            <a:endParaRPr lang="en-US" sz="1600">
              <a:latin typeface="Arial Nova" panose="020B0504020202020204" pitchFamily="34" charset="0"/>
            </a:endParaRPr>
          </a:p>
          <a:p>
            <a:pPr indent="-304800">
              <a:lnSpc>
                <a:spcPct val="100000"/>
              </a:lnSpc>
              <a:buSzPts val="1200"/>
              <a:buChar char="○"/>
            </a:pPr>
            <a:endParaRPr sz="1600">
              <a:latin typeface="Arial Nova" panose="020B0504020202020204" pitchFamily="34" charset="0"/>
            </a:endParaRPr>
          </a:p>
        </p:txBody>
      </p:sp>
      <p:pic>
        <p:nvPicPr>
          <p:cNvPr id="92" name="Google Shape;92;p71">
            <a:extLst>
              <a:ext uri="{FF2B5EF4-FFF2-40B4-BE49-F238E27FC236}">
                <a16:creationId xmlns:a16="http://schemas.microsoft.com/office/drawing/2014/main" id="{8EE61454-036A-42DF-DDD7-7974E74D1C66}"/>
              </a:ext>
            </a:extLst>
          </p:cNvPr>
          <p:cNvPicPr preferRelativeResize="0"/>
          <p:nvPr/>
        </p:nvPicPr>
        <p:blipFill rotWithShape="1">
          <a:blip r:embed="rId5">
            <a:alphaModFix/>
          </a:blip>
          <a:srcRect/>
          <a:stretch/>
        </p:blipFill>
        <p:spPr>
          <a:xfrm>
            <a:off x="5877190" y="1147225"/>
            <a:ext cx="1362706" cy="1583284"/>
          </a:xfrm>
          <a:prstGeom prst="rect">
            <a:avLst/>
          </a:prstGeom>
          <a:noFill/>
          <a:ln>
            <a:noFill/>
          </a:ln>
        </p:spPr>
      </p:pic>
      <p:pic>
        <p:nvPicPr>
          <p:cNvPr id="1026" name="Picture 2">
            <a:extLst>
              <a:ext uri="{FF2B5EF4-FFF2-40B4-BE49-F238E27FC236}">
                <a16:creationId xmlns:a16="http://schemas.microsoft.com/office/drawing/2014/main" id="{82329995-69E3-9774-4A0C-D2B81B867E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6939" y="3080760"/>
            <a:ext cx="1163208" cy="1515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064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7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Instructors</a:t>
            </a:r>
            <a:endParaRPr/>
          </a:p>
        </p:txBody>
      </p:sp>
      <p:sp>
        <p:nvSpPr>
          <p:cNvPr id="89" name="Google Shape;89;p71"/>
          <p:cNvSpPr txBox="1">
            <a:spLocks noGrp="1"/>
          </p:cNvSpPr>
          <p:nvPr>
            <p:ph type="body" idx="1"/>
          </p:nvPr>
        </p:nvSpPr>
        <p:spPr>
          <a:xfrm>
            <a:off x="311699" y="1354321"/>
            <a:ext cx="5374725" cy="3602350"/>
          </a:xfrm>
          <a:prstGeom prst="rect">
            <a:avLst/>
          </a:prstGeom>
          <a:noFill/>
          <a:ln>
            <a:noFill/>
          </a:ln>
        </p:spPr>
        <p:txBody>
          <a:bodyPr spcFirstLastPara="1" wrap="square" lIns="91425" tIns="91425" rIns="91425" bIns="91425" anchor="t" anchorCtr="0">
            <a:noAutofit/>
          </a:bodyPr>
          <a:lstStyle/>
          <a:p>
            <a:pPr>
              <a:lnSpc>
                <a:spcPct val="100000"/>
              </a:lnSpc>
            </a:pPr>
            <a:r>
              <a:rPr lang="en" sz="1600"/>
              <a:t>WONG Chee Chein</a:t>
            </a:r>
            <a:endParaRPr lang="en-US" sz="1600"/>
          </a:p>
          <a:p>
            <a:pPr marL="914400" lvl="1" indent="-304800" algn="l">
              <a:lnSpc>
                <a:spcPct val="100000"/>
              </a:lnSpc>
              <a:spcBef>
                <a:spcPts val="0"/>
              </a:spcBef>
              <a:spcAft>
                <a:spcPts val="0"/>
              </a:spcAft>
              <a:buSzPts val="1400"/>
              <a:buFont typeface="Arial,Sans-Serif"/>
              <a:buChar char="○"/>
            </a:pPr>
            <a:r>
              <a:rPr lang="en-SG" sz="1600"/>
              <a:t>Office: SCIS I, Level 2, Instructors Office</a:t>
            </a:r>
            <a:endParaRPr lang="en-US" sz="1600"/>
          </a:p>
          <a:p>
            <a:pPr marL="914400" lvl="1" indent="-304800" algn="l">
              <a:lnSpc>
                <a:spcPct val="100000"/>
              </a:lnSpc>
              <a:spcBef>
                <a:spcPts val="0"/>
              </a:spcBef>
              <a:spcAft>
                <a:spcPts val="0"/>
              </a:spcAft>
              <a:buSzPts val="1400"/>
              <a:buFont typeface="Arial,Sans-Serif"/>
              <a:buChar char="○"/>
            </a:pPr>
            <a:r>
              <a:rPr lang="en" sz="1600"/>
              <a:t>Phone: 6828 0569</a:t>
            </a:r>
            <a:endParaRPr lang="en-US" sz="1600"/>
          </a:p>
          <a:p>
            <a:pPr lvl="1">
              <a:lnSpc>
                <a:spcPct val="100000"/>
              </a:lnSpc>
              <a:spcBef>
                <a:spcPts val="0"/>
              </a:spcBef>
              <a:buSzPts val="1400"/>
              <a:buFont typeface="Arial,Sans-Serif"/>
            </a:pPr>
            <a:r>
              <a:rPr lang="en" sz="1600"/>
              <a:t>Email: </a:t>
            </a:r>
            <a:r>
              <a:rPr lang="en" sz="1600">
                <a:solidFill>
                  <a:srgbClr val="57BB8A"/>
                </a:solidFill>
                <a:hlinkClick r:id="rId3"/>
              </a:rPr>
              <a:t>ccwong@smu.edu.sg</a:t>
            </a:r>
            <a:r>
              <a:rPr lang="en" sz="1600"/>
              <a:t> </a:t>
            </a:r>
            <a:endParaRPr lang="en"/>
          </a:p>
          <a:p>
            <a:pPr marL="609600" lvl="1" indent="0">
              <a:lnSpc>
                <a:spcPct val="100000"/>
              </a:lnSpc>
              <a:spcBef>
                <a:spcPts val="0"/>
              </a:spcBef>
              <a:buNone/>
            </a:pPr>
            <a:endParaRPr lang="en" sz="1600">
              <a:latin typeface="Arial Nova" panose="020B0504020202020204" pitchFamily="34" charset="0"/>
            </a:endParaRPr>
          </a:p>
          <a:p>
            <a:pPr marL="609600" lvl="1" indent="0">
              <a:lnSpc>
                <a:spcPct val="100000"/>
              </a:lnSpc>
              <a:spcBef>
                <a:spcPts val="0"/>
              </a:spcBef>
              <a:buNone/>
            </a:pPr>
            <a:endParaRPr lang="en" sz="1600">
              <a:latin typeface="Arial Nova" panose="020B0504020202020204" pitchFamily="34" charset="0"/>
            </a:endParaRPr>
          </a:p>
          <a:p>
            <a:pPr marL="609600" lvl="1" indent="0">
              <a:lnSpc>
                <a:spcPct val="100000"/>
              </a:lnSpc>
              <a:spcBef>
                <a:spcPts val="0"/>
              </a:spcBef>
              <a:buNone/>
            </a:pPr>
            <a:br>
              <a:rPr lang="en" sz="1600">
                <a:latin typeface="Arial Nova" panose="020B0504020202020204" pitchFamily="34" charset="0"/>
              </a:rPr>
            </a:br>
            <a:endParaRPr lang="en" sz="1600">
              <a:latin typeface="Arial Nova" panose="020B0504020202020204" pitchFamily="34" charset="0"/>
            </a:endParaRPr>
          </a:p>
          <a:p>
            <a:pPr>
              <a:lnSpc>
                <a:spcPct val="100000"/>
              </a:lnSpc>
            </a:pPr>
            <a:r>
              <a:rPr lang="en-SG" sz="1600">
                <a:latin typeface="Arial Nova"/>
              </a:rPr>
              <a:t>Alvin TAY</a:t>
            </a:r>
            <a:endParaRPr lang="en-SG" sz="1600">
              <a:latin typeface="Arial Nova" panose="020B0504020202020204" pitchFamily="34" charset="0"/>
            </a:endParaRPr>
          </a:p>
          <a:p>
            <a:pPr marL="914400" lvl="1" indent="-304800" algn="l" rtl="0">
              <a:lnSpc>
                <a:spcPct val="100000"/>
              </a:lnSpc>
              <a:spcBef>
                <a:spcPts val="0"/>
              </a:spcBef>
              <a:spcAft>
                <a:spcPts val="0"/>
              </a:spcAft>
              <a:buSzPts val="1200"/>
              <a:buChar char="○"/>
            </a:pPr>
            <a:r>
              <a:rPr lang="en-SG" sz="1600">
                <a:latin typeface="Arial Nova"/>
              </a:rPr>
              <a:t>Office: SCIS I, Level 2, Instructors Office</a:t>
            </a:r>
          </a:p>
          <a:p>
            <a:pPr marL="914400" lvl="1" indent="-304800" algn="l" rtl="0">
              <a:lnSpc>
                <a:spcPct val="100000"/>
              </a:lnSpc>
              <a:spcBef>
                <a:spcPts val="0"/>
              </a:spcBef>
              <a:spcAft>
                <a:spcPts val="0"/>
              </a:spcAft>
              <a:buSzPts val="1200"/>
              <a:buChar char="○"/>
            </a:pPr>
            <a:r>
              <a:rPr lang="en-SG" sz="1600">
                <a:latin typeface="Arial Nova"/>
              </a:rPr>
              <a:t>Phone: 6808 7964</a:t>
            </a:r>
            <a:endParaRPr lang="en-SG" sz="1600">
              <a:latin typeface="Arial Nova" panose="020B0504020202020204" pitchFamily="34" charset="0"/>
            </a:endParaRPr>
          </a:p>
          <a:p>
            <a:pPr lvl="1">
              <a:lnSpc>
                <a:spcPct val="100000"/>
              </a:lnSpc>
              <a:spcBef>
                <a:spcPts val="0"/>
              </a:spcBef>
            </a:pPr>
            <a:r>
              <a:rPr lang="en-SG" sz="1600">
                <a:latin typeface="Arial Nova"/>
              </a:rPr>
              <a:t>Email: </a:t>
            </a:r>
            <a:r>
              <a:rPr lang="en-SG" sz="1600">
                <a:latin typeface="Arial Nova"/>
                <a:hlinkClick r:id="rId4"/>
              </a:rPr>
              <a:t>alvintaylz@smu.edu.sg</a:t>
            </a:r>
            <a:r>
              <a:rPr lang="en-SG" sz="1600">
                <a:latin typeface="Arial Nova"/>
              </a:rPr>
              <a:t> </a:t>
            </a:r>
            <a:endParaRPr lang="en" sz="1600">
              <a:latin typeface="Arial Nova" panose="020B0504020202020204" pitchFamily="34" charset="0"/>
            </a:endParaRPr>
          </a:p>
          <a:p>
            <a:pPr>
              <a:lnSpc>
                <a:spcPct val="100000"/>
              </a:lnSpc>
            </a:pPr>
            <a:endParaRPr sz="1600">
              <a:latin typeface="Arial Nova" panose="020B0504020202020204" pitchFamily="34" charset="0"/>
            </a:endParaRPr>
          </a:p>
        </p:txBody>
      </p:sp>
      <p:pic>
        <p:nvPicPr>
          <p:cNvPr id="3" name="Picture 3" descr="A person smiling for a picture&#10;&#10;Description automatically generated">
            <a:extLst>
              <a:ext uri="{FF2B5EF4-FFF2-40B4-BE49-F238E27FC236}">
                <a16:creationId xmlns:a16="http://schemas.microsoft.com/office/drawing/2014/main" id="{42DEBA2D-F3C7-945C-485E-4A2AEEEB5D88}"/>
              </a:ext>
            </a:extLst>
          </p:cNvPr>
          <p:cNvPicPr>
            <a:picLocks noChangeAspect="1"/>
          </p:cNvPicPr>
          <p:nvPr/>
        </p:nvPicPr>
        <p:blipFill>
          <a:blip r:embed="rId5"/>
          <a:stretch>
            <a:fillRect/>
          </a:stretch>
        </p:blipFill>
        <p:spPr>
          <a:xfrm>
            <a:off x="5874103" y="1097384"/>
            <a:ext cx="1238250" cy="1552575"/>
          </a:xfrm>
          <a:prstGeom prst="rect">
            <a:avLst/>
          </a:prstGeom>
        </p:spPr>
      </p:pic>
      <p:pic>
        <p:nvPicPr>
          <p:cNvPr id="2" name="Picture 1" descr="A person smiling for a picture&#10;&#10;AI-generated content may be incorrect.">
            <a:extLst>
              <a:ext uri="{FF2B5EF4-FFF2-40B4-BE49-F238E27FC236}">
                <a16:creationId xmlns:a16="http://schemas.microsoft.com/office/drawing/2014/main" id="{47BB20BC-FB2A-B543-1934-7B328ED3D820}"/>
              </a:ext>
            </a:extLst>
          </p:cNvPr>
          <p:cNvPicPr>
            <a:picLocks noChangeAspect="1"/>
          </p:cNvPicPr>
          <p:nvPr/>
        </p:nvPicPr>
        <p:blipFill>
          <a:blip r:embed="rId6"/>
          <a:srcRect l="512" r="391" b="667"/>
          <a:stretch>
            <a:fillRect/>
          </a:stretch>
        </p:blipFill>
        <p:spPr>
          <a:xfrm>
            <a:off x="5876244" y="3019245"/>
            <a:ext cx="1231738" cy="1595961"/>
          </a:xfrm>
          <a:prstGeom prst="rect">
            <a:avLst/>
          </a:prstGeom>
        </p:spPr>
      </p:pic>
    </p:spTree>
    <p:extLst>
      <p:ext uri="{BB962C8B-B14F-4D97-AF65-F5344CB8AC3E}">
        <p14:creationId xmlns:p14="http://schemas.microsoft.com/office/powerpoint/2010/main" val="3737827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7C5DC-FD86-0765-AA1E-4A7E1E656CD2}"/>
              </a:ext>
            </a:extLst>
          </p:cNvPr>
          <p:cNvSpPr>
            <a:spLocks noGrp="1"/>
          </p:cNvSpPr>
          <p:nvPr>
            <p:ph type="title"/>
          </p:nvPr>
        </p:nvSpPr>
        <p:spPr/>
        <p:txBody>
          <a:bodyPr/>
          <a:lstStyle/>
          <a:p>
            <a:r>
              <a:rPr lang="en"/>
              <a:t>Teaching Schedule</a:t>
            </a:r>
            <a:endParaRPr lang="en-US"/>
          </a:p>
        </p:txBody>
      </p:sp>
      <p:graphicFrame>
        <p:nvGraphicFramePr>
          <p:cNvPr id="4" name="Table 3">
            <a:extLst>
              <a:ext uri="{FF2B5EF4-FFF2-40B4-BE49-F238E27FC236}">
                <a16:creationId xmlns:a16="http://schemas.microsoft.com/office/drawing/2014/main" id="{ECE3EA32-9A8F-232E-E5FB-02223970A8B6}"/>
              </a:ext>
            </a:extLst>
          </p:cNvPr>
          <p:cNvGraphicFramePr>
            <a:graphicFrameLocks noGrp="1"/>
          </p:cNvGraphicFramePr>
          <p:nvPr>
            <p:extLst>
              <p:ext uri="{D42A27DB-BD31-4B8C-83A1-F6EECF244321}">
                <p14:modId xmlns:p14="http://schemas.microsoft.com/office/powerpoint/2010/main" val="2591584831"/>
              </p:ext>
            </p:extLst>
          </p:nvPr>
        </p:nvGraphicFramePr>
        <p:xfrm>
          <a:off x="229993" y="1372994"/>
          <a:ext cx="8694621" cy="2866257"/>
        </p:xfrm>
        <a:graphic>
          <a:graphicData uri="http://schemas.openxmlformats.org/drawingml/2006/table">
            <a:tbl>
              <a:tblPr>
                <a:tableStyleId>{775D735A-9BCC-4A0A-8336-7D16119737FB}</a:tableStyleId>
              </a:tblPr>
              <a:tblGrid>
                <a:gridCol w="655319">
                  <a:extLst>
                    <a:ext uri="{9D8B030D-6E8A-4147-A177-3AD203B41FA5}">
                      <a16:colId xmlns:a16="http://schemas.microsoft.com/office/drawing/2014/main" val="3937945828"/>
                    </a:ext>
                  </a:extLst>
                </a:gridCol>
                <a:gridCol w="461679">
                  <a:extLst>
                    <a:ext uri="{9D8B030D-6E8A-4147-A177-3AD203B41FA5}">
                      <a16:colId xmlns:a16="http://schemas.microsoft.com/office/drawing/2014/main" val="1213214492"/>
                    </a:ext>
                  </a:extLst>
                </a:gridCol>
                <a:gridCol w="676909">
                  <a:extLst>
                    <a:ext uri="{9D8B030D-6E8A-4147-A177-3AD203B41FA5}">
                      <a16:colId xmlns:a16="http://schemas.microsoft.com/office/drawing/2014/main" val="2794421237"/>
                    </a:ext>
                  </a:extLst>
                </a:gridCol>
                <a:gridCol w="731520">
                  <a:extLst>
                    <a:ext uri="{9D8B030D-6E8A-4147-A177-3AD203B41FA5}">
                      <a16:colId xmlns:a16="http://schemas.microsoft.com/office/drawing/2014/main" val="3392151551"/>
                    </a:ext>
                  </a:extLst>
                </a:gridCol>
                <a:gridCol w="2728430">
                  <a:extLst>
                    <a:ext uri="{9D8B030D-6E8A-4147-A177-3AD203B41FA5}">
                      <a16:colId xmlns:a16="http://schemas.microsoft.com/office/drawing/2014/main" val="3631125076"/>
                    </a:ext>
                  </a:extLst>
                </a:gridCol>
                <a:gridCol w="1656124">
                  <a:extLst>
                    <a:ext uri="{9D8B030D-6E8A-4147-A177-3AD203B41FA5}">
                      <a16:colId xmlns:a16="http://schemas.microsoft.com/office/drawing/2014/main" val="524246853"/>
                    </a:ext>
                  </a:extLst>
                </a:gridCol>
                <a:gridCol w="1784640">
                  <a:extLst>
                    <a:ext uri="{9D8B030D-6E8A-4147-A177-3AD203B41FA5}">
                      <a16:colId xmlns:a16="http://schemas.microsoft.com/office/drawing/2014/main" val="3475947168"/>
                    </a:ext>
                  </a:extLst>
                </a:gridCol>
              </a:tblGrid>
              <a:tr h="229223">
                <a:tc>
                  <a:txBody>
                    <a:bodyPr/>
                    <a:lstStyle/>
                    <a:p>
                      <a:pPr algn="ctr" fontAlgn="ctr"/>
                      <a:r>
                        <a:rPr lang="en-US" sz="1200" b="1" i="0" u="none" strike="noStrike">
                          <a:solidFill>
                            <a:srgbClr val="000000"/>
                          </a:solidFill>
                          <a:effectLst/>
                          <a:latin typeface="+mn-lt"/>
                        </a:rPr>
                        <a:t>Section</a:t>
                      </a:r>
                    </a:p>
                  </a:txBody>
                  <a:tcPr marL="9525" marR="9525" marT="9525" marB="0" anchor="ctr"/>
                </a:tc>
                <a:tc>
                  <a:txBody>
                    <a:bodyPr/>
                    <a:lstStyle/>
                    <a:p>
                      <a:pPr algn="ctr" fontAlgn="ctr"/>
                      <a:r>
                        <a:rPr lang="en-US" sz="1400" b="1" i="0" u="none" strike="noStrike">
                          <a:solidFill>
                            <a:srgbClr val="000000"/>
                          </a:solidFill>
                          <a:effectLst/>
                          <a:latin typeface="+mn-lt"/>
                        </a:rPr>
                        <a:t>Day</a:t>
                      </a:r>
                    </a:p>
                  </a:txBody>
                  <a:tcPr marL="9525" marR="9525" marT="9525" marB="0" anchor="ctr"/>
                </a:tc>
                <a:tc gridSpan="2">
                  <a:txBody>
                    <a:bodyPr/>
                    <a:lstStyle/>
                    <a:p>
                      <a:pPr algn="ctr" fontAlgn="ctr"/>
                      <a:r>
                        <a:rPr lang="en-US" sz="1400" b="1" i="0" u="none" strike="noStrike">
                          <a:solidFill>
                            <a:srgbClr val="000000"/>
                          </a:solidFill>
                          <a:effectLst/>
                          <a:latin typeface="+mn-lt"/>
                        </a:rPr>
                        <a:t>Time</a:t>
                      </a:r>
                    </a:p>
                  </a:txBody>
                  <a:tcPr marL="9525" marR="9525" marT="9525" marB="0" anchor="ctr"/>
                </a:tc>
                <a:tc hMerge="1">
                  <a:txBody>
                    <a:bodyPr/>
                    <a:lstStyle/>
                    <a:p>
                      <a:pPr algn="l" fontAlgn="ctr"/>
                      <a:endParaRPr lang="en-US" sz="1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400" b="1" i="0" u="none" strike="noStrike">
                          <a:solidFill>
                            <a:srgbClr val="000000"/>
                          </a:solidFill>
                          <a:effectLst/>
                          <a:latin typeface="+mn-lt"/>
                        </a:rPr>
                        <a:t>Venue</a:t>
                      </a:r>
                    </a:p>
                  </a:txBody>
                  <a:tcPr marL="9525" marR="9525" marT="9525" marB="0" anchor="ctr"/>
                </a:tc>
                <a:tc>
                  <a:txBody>
                    <a:bodyPr/>
                    <a:lstStyle/>
                    <a:p>
                      <a:pPr algn="ctr" fontAlgn="ctr"/>
                      <a:r>
                        <a:rPr lang="en-US" sz="1400" b="1" i="0" u="none" strike="noStrike">
                          <a:solidFill>
                            <a:srgbClr val="000000"/>
                          </a:solidFill>
                          <a:effectLst/>
                          <a:latin typeface="+mn-lt"/>
                        </a:rPr>
                        <a:t>Faculty</a:t>
                      </a:r>
                    </a:p>
                  </a:txBody>
                  <a:tcPr marL="9525" marR="9525" marT="9525" marB="0" anchor="ctr"/>
                </a:tc>
                <a:tc>
                  <a:txBody>
                    <a:bodyPr/>
                    <a:lstStyle/>
                    <a:p>
                      <a:pPr lvl="0" algn="ctr">
                        <a:buNone/>
                      </a:pPr>
                      <a:r>
                        <a:rPr lang="en-US" sz="1400" b="1" i="0" u="none" strike="noStrike" noProof="0">
                          <a:solidFill>
                            <a:srgbClr val="000000"/>
                          </a:solidFill>
                          <a:effectLst/>
                          <a:latin typeface="Arial"/>
                          <a:cs typeface="Arial"/>
                        </a:rPr>
                        <a:t>Instructor</a:t>
                      </a:r>
                      <a:endParaRPr lang="en-US" sz="1400"/>
                    </a:p>
                  </a:txBody>
                  <a:tcPr marL="9524" marR="9524" marT="9524" marB="0" anchor="ctr"/>
                </a:tc>
                <a:extLst>
                  <a:ext uri="{0D108BD9-81ED-4DB2-BD59-A6C34878D82A}">
                    <a16:rowId xmlns:a16="http://schemas.microsoft.com/office/drawing/2014/main" val="1756116617"/>
                  </a:ext>
                </a:extLst>
              </a:tr>
              <a:tr h="229223">
                <a:tc>
                  <a:txBody>
                    <a:bodyPr/>
                    <a:lstStyle/>
                    <a:p>
                      <a:pPr algn="ctr" fontAlgn="ctr"/>
                      <a:r>
                        <a:rPr lang="en-US" sz="1400" b="0" i="0" u="none" strike="noStrike">
                          <a:solidFill>
                            <a:srgbClr val="000000"/>
                          </a:solidFill>
                          <a:effectLst/>
                          <a:latin typeface="+mn-lt"/>
                        </a:rPr>
                        <a:t>G1</a:t>
                      </a:r>
                    </a:p>
                  </a:txBody>
                  <a:tcPr marL="9525" marR="9525" marT="9525" marB="0" anchor="ctr"/>
                </a:tc>
                <a:tc>
                  <a:txBody>
                    <a:bodyPr/>
                    <a:lstStyle/>
                    <a:p>
                      <a:pPr algn="ctr" fontAlgn="ctr"/>
                      <a:r>
                        <a:rPr lang="en-US" sz="1400" b="0" i="0" u="none" strike="noStrike">
                          <a:solidFill>
                            <a:srgbClr val="000000"/>
                          </a:solidFill>
                          <a:effectLst/>
                          <a:latin typeface="+mn-lt"/>
                        </a:rPr>
                        <a:t>Mon</a:t>
                      </a:r>
                    </a:p>
                  </a:txBody>
                  <a:tcPr marL="9525" marR="9525" marT="9525" marB="0" anchor="ctr"/>
                </a:tc>
                <a:tc>
                  <a:txBody>
                    <a:bodyPr/>
                    <a:lstStyle/>
                    <a:p>
                      <a:pPr algn="ctr" fontAlgn="ctr"/>
                      <a:r>
                        <a:rPr lang="en-US" sz="1400" b="0" i="0" u="none" strike="noStrike">
                          <a:solidFill>
                            <a:srgbClr val="000000"/>
                          </a:solidFill>
                          <a:effectLst/>
                          <a:latin typeface="+mn-lt"/>
                        </a:rPr>
                        <a:t>12:00</a:t>
                      </a:r>
                    </a:p>
                  </a:txBody>
                  <a:tcPr marL="9525" marR="9525" marT="9525" marB="0" anchor="ctr"/>
                </a:tc>
                <a:tc>
                  <a:txBody>
                    <a:bodyPr/>
                    <a:lstStyle/>
                    <a:p>
                      <a:pPr lvl="0" algn="ctr">
                        <a:buNone/>
                      </a:pPr>
                      <a:r>
                        <a:rPr lang="en-US" sz="1400" b="0" i="0" u="none" strike="noStrike">
                          <a:solidFill>
                            <a:srgbClr val="000000"/>
                          </a:solidFill>
                          <a:effectLst/>
                          <a:latin typeface="+mn-lt"/>
                        </a:rPr>
                        <a:t>15:45</a:t>
                      </a:r>
                    </a:p>
                  </a:txBody>
                  <a:tcPr marL="9525" marR="9525" marT="9525" marB="0" anchor="ctr"/>
                </a:tc>
                <a:tc>
                  <a:txBody>
                    <a:bodyPr/>
                    <a:lstStyle/>
                    <a:p>
                      <a:pPr algn="ctr" fontAlgn="ctr"/>
                      <a:r>
                        <a:rPr lang="en-US" sz="1400" b="0" i="0" u="none" strike="noStrike">
                          <a:solidFill>
                            <a:srgbClr val="000000"/>
                          </a:solidFill>
                          <a:effectLst/>
                          <a:latin typeface="+mn-lt"/>
                        </a:rPr>
                        <a:t>SOE/SCIS2 SR 3-4</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Shar Lwin Khin</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Thiang Lay Foo</a:t>
                      </a:r>
                    </a:p>
                  </a:txBody>
                  <a:tcPr marL="9524" marR="9524" marT="9524" marB="0" anchor="ctr"/>
                </a:tc>
                <a:extLst>
                  <a:ext uri="{0D108BD9-81ED-4DB2-BD59-A6C34878D82A}">
                    <a16:rowId xmlns:a16="http://schemas.microsoft.com/office/drawing/2014/main" val="3707970670"/>
                  </a:ext>
                </a:extLst>
              </a:tr>
              <a:tr h="229223">
                <a:tc>
                  <a:txBody>
                    <a:bodyPr/>
                    <a:lstStyle/>
                    <a:p>
                      <a:pPr algn="ctr" fontAlgn="ctr"/>
                      <a:r>
                        <a:rPr lang="en-US" sz="1400" b="0" i="0" u="none" strike="noStrike">
                          <a:solidFill>
                            <a:srgbClr val="000000"/>
                          </a:solidFill>
                          <a:effectLst/>
                          <a:latin typeface="+mn-lt"/>
                        </a:rPr>
                        <a:t>G2</a:t>
                      </a:r>
                    </a:p>
                  </a:txBody>
                  <a:tcPr marL="9525" marR="9525" marT="9525" marB="0" anchor="ctr"/>
                </a:tc>
                <a:tc>
                  <a:txBody>
                    <a:bodyPr/>
                    <a:lstStyle/>
                    <a:p>
                      <a:pPr lvl="0" algn="ctr">
                        <a:buNone/>
                      </a:pPr>
                      <a:r>
                        <a:rPr lang="en-US" sz="1400">
                          <a:latin typeface="+mn-lt"/>
                        </a:rPr>
                        <a:t>Mon</a:t>
                      </a:r>
                    </a:p>
                  </a:txBody>
                  <a:tcPr marL="9525" marR="9525" marT="9525" marB="0" anchor="ctr"/>
                </a:tc>
                <a:tc>
                  <a:txBody>
                    <a:bodyPr/>
                    <a:lstStyle/>
                    <a:p>
                      <a:pPr algn="ctr" fontAlgn="ctr"/>
                      <a:r>
                        <a:rPr lang="en-US" sz="1400" b="0" i="0" u="none" strike="noStrike">
                          <a:solidFill>
                            <a:srgbClr val="000000"/>
                          </a:solidFill>
                          <a:effectLst/>
                          <a:latin typeface="+mn-lt"/>
                        </a:rPr>
                        <a:t>19:00</a:t>
                      </a:r>
                    </a:p>
                  </a:txBody>
                  <a:tcPr marL="9525" marR="9525" marT="9525" marB="0" anchor="ctr"/>
                </a:tc>
                <a:tc>
                  <a:txBody>
                    <a:bodyPr/>
                    <a:lstStyle/>
                    <a:p>
                      <a:pPr algn="ctr" fontAlgn="ctr"/>
                      <a:r>
                        <a:rPr lang="en-US" sz="1400" b="0" i="0" u="none" strike="noStrike">
                          <a:solidFill>
                            <a:srgbClr val="000000"/>
                          </a:solidFill>
                          <a:effectLst/>
                          <a:latin typeface="+mn-lt"/>
                        </a:rPr>
                        <a:t>22:15</a:t>
                      </a: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a:solidFill>
                            <a:srgbClr val="000000"/>
                          </a:solidFill>
                          <a:effectLst/>
                          <a:latin typeface="+mn-lt"/>
                        </a:rPr>
                        <a:t>SCIS1 SR 3-3</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Shar Lwin Khin</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Thiang Lay Foo</a:t>
                      </a:r>
                    </a:p>
                  </a:txBody>
                  <a:tcPr marL="9524" marR="9524" marT="9524" marB="0" anchor="ctr"/>
                </a:tc>
                <a:extLst>
                  <a:ext uri="{0D108BD9-81ED-4DB2-BD59-A6C34878D82A}">
                    <a16:rowId xmlns:a16="http://schemas.microsoft.com/office/drawing/2014/main" val="2675960453"/>
                  </a:ext>
                </a:extLst>
              </a:tr>
              <a:tr h="229223">
                <a:tc>
                  <a:txBody>
                    <a:bodyPr/>
                    <a:lstStyle/>
                    <a:p>
                      <a:pPr algn="ctr" fontAlgn="ctr"/>
                      <a:r>
                        <a:rPr lang="en-US" sz="1400" b="0" i="0" u="none" strike="noStrike">
                          <a:solidFill>
                            <a:srgbClr val="000000"/>
                          </a:solidFill>
                          <a:effectLst/>
                          <a:latin typeface="+mn-lt"/>
                        </a:rPr>
                        <a:t>G3</a:t>
                      </a:r>
                    </a:p>
                  </a:txBody>
                  <a:tcPr marL="9525" marR="9525" marT="9525" marB="0" anchor="ctr"/>
                </a:tc>
                <a:tc>
                  <a:txBody>
                    <a:bodyPr/>
                    <a:lstStyle/>
                    <a:p>
                      <a:pPr algn="ctr" fontAlgn="ctr"/>
                      <a:r>
                        <a:rPr lang="en-US" sz="1400" b="0" i="0" u="none" strike="noStrike">
                          <a:solidFill>
                            <a:srgbClr val="000000"/>
                          </a:solidFill>
                          <a:effectLst/>
                          <a:latin typeface="+mn-lt"/>
                        </a:rPr>
                        <a:t>Thu</a:t>
                      </a:r>
                    </a:p>
                  </a:txBody>
                  <a:tcPr marL="9525" marR="9525" marT="9525" marB="0" anchor="ctr"/>
                </a:tc>
                <a:tc>
                  <a:txBody>
                    <a:bodyPr/>
                    <a:lstStyle/>
                    <a:p>
                      <a:pPr lvl="0" algn="ctr">
                        <a:buNone/>
                      </a:pPr>
                      <a:r>
                        <a:rPr lang="en-US" sz="1400" b="0" i="0" u="none" strike="noStrike">
                          <a:solidFill>
                            <a:srgbClr val="000000"/>
                          </a:solidFill>
                          <a:effectLst/>
                          <a:latin typeface="+mn-lt"/>
                        </a:rPr>
                        <a:t>12:00</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15:15</a:t>
                      </a:r>
                      <a:endParaRPr lang="en-US" sz="1400">
                        <a:latin typeface="+mn-lt"/>
                      </a:endParaRPr>
                    </a:p>
                  </a:txBody>
                  <a:tcPr marL="9525" marR="9525" marT="9525" marB="0" anchor="ctr"/>
                </a:tc>
                <a:tc>
                  <a:txBody>
                    <a:bodyPr/>
                    <a:lstStyle/>
                    <a:p>
                      <a:pPr marL="0" marR="0" lvl="0" indent="0" algn="ctr" rtl="0" eaLnBrk="1" fontAlgn="auto" latinLnBrk="0" hangingPunct="1">
                        <a:lnSpc>
                          <a:spcPct val="100000"/>
                        </a:lnSpc>
                        <a:spcBef>
                          <a:spcPts val="0"/>
                        </a:spcBef>
                        <a:spcAft>
                          <a:spcPts val="0"/>
                        </a:spcAft>
                        <a:buClr>
                          <a:srgbClr val="000000"/>
                        </a:buClr>
                        <a:buSzTx/>
                        <a:buFont typeface="Arial"/>
                        <a:buNone/>
                      </a:pPr>
                      <a:r>
                        <a:rPr lang="en-US" sz="1400">
                          <a:latin typeface="+mn-lt"/>
                        </a:rPr>
                        <a:t>SOE/SCIS2 Computing Lab B1-1</a:t>
                      </a:r>
                    </a:p>
                  </a:txBody>
                  <a:tcPr marL="9525" marR="9525" marT="9525" marB="0" anchor="ctr"/>
                </a:tc>
                <a:tc>
                  <a:txBody>
                    <a:bodyPr/>
                    <a:lstStyle/>
                    <a:p>
                      <a:pPr algn="ctr" fontAlgn="ctr"/>
                      <a:r>
                        <a:rPr lang="en-US" sz="1400" b="0" i="0" u="none" strike="noStrike">
                          <a:solidFill>
                            <a:srgbClr val="000000"/>
                          </a:solidFill>
                          <a:effectLst/>
                          <a:latin typeface="+mn-lt"/>
                        </a:rPr>
                        <a:t>Kyong Jin Shim</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Wong Chee Chein</a:t>
                      </a:r>
                    </a:p>
                  </a:txBody>
                  <a:tcPr marL="9524" marR="9524" marT="9524" marB="0" anchor="ctr"/>
                </a:tc>
                <a:extLst>
                  <a:ext uri="{0D108BD9-81ED-4DB2-BD59-A6C34878D82A}">
                    <a16:rowId xmlns:a16="http://schemas.microsoft.com/office/drawing/2014/main" val="1546709229"/>
                  </a:ext>
                </a:extLst>
              </a:tr>
              <a:tr h="229223">
                <a:tc>
                  <a:txBody>
                    <a:bodyPr/>
                    <a:lstStyle/>
                    <a:p>
                      <a:pPr algn="ctr" fontAlgn="ctr"/>
                      <a:r>
                        <a:rPr lang="en-US" sz="1400" b="0" i="0" u="none" strike="noStrike">
                          <a:solidFill>
                            <a:srgbClr val="000000"/>
                          </a:solidFill>
                          <a:effectLst/>
                          <a:latin typeface="+mn-lt"/>
                        </a:rPr>
                        <a:t>G4</a:t>
                      </a:r>
                    </a:p>
                  </a:txBody>
                  <a:tcPr marL="9525" marR="9525" marT="9525" marB="0" anchor="ctr"/>
                </a:tc>
                <a:tc>
                  <a:txBody>
                    <a:bodyPr/>
                    <a:lstStyle/>
                    <a:p>
                      <a:pPr algn="ctr" fontAlgn="ctr"/>
                      <a:r>
                        <a:rPr lang="en-US" sz="1400" b="0" i="0" u="none" strike="noStrike">
                          <a:solidFill>
                            <a:srgbClr val="000000"/>
                          </a:solidFill>
                          <a:effectLst/>
                          <a:latin typeface="+mn-lt"/>
                        </a:rPr>
                        <a:t>Thu</a:t>
                      </a:r>
                    </a:p>
                  </a:txBody>
                  <a:tcPr marL="9525" marR="9525" marT="9525" marB="0" anchor="ctr"/>
                </a:tc>
                <a:tc>
                  <a:txBody>
                    <a:bodyPr/>
                    <a:lstStyle/>
                    <a:p>
                      <a:pPr algn="ctr" fontAlgn="ctr"/>
                      <a:r>
                        <a:rPr lang="en-US" sz="1400" b="0" i="0" u="none" strike="noStrike">
                          <a:solidFill>
                            <a:srgbClr val="000000"/>
                          </a:solidFill>
                          <a:effectLst/>
                          <a:latin typeface="+mn-lt"/>
                        </a:rPr>
                        <a:t>15:30</a:t>
                      </a:r>
                    </a:p>
                  </a:txBody>
                  <a:tcPr marL="9525" marR="9525" marT="9525" marB="0" anchor="ctr"/>
                </a:tc>
                <a:tc>
                  <a:txBody>
                    <a:bodyPr/>
                    <a:lstStyle/>
                    <a:p>
                      <a:pPr algn="ctr" fontAlgn="ctr"/>
                      <a:r>
                        <a:rPr lang="en-US" sz="1400" b="0" i="0" u="none" strike="noStrike">
                          <a:solidFill>
                            <a:srgbClr val="000000"/>
                          </a:solidFill>
                          <a:effectLst/>
                          <a:latin typeface="+mn-lt"/>
                        </a:rPr>
                        <a:t>18:45</a:t>
                      </a:r>
                    </a:p>
                  </a:txBody>
                  <a:tcPr marL="9525" marR="9525" marT="9525" marB="0" anchor="ctr"/>
                </a:tc>
                <a:tc>
                  <a:txBody>
                    <a:bodyPr/>
                    <a:lstStyle/>
                    <a:p>
                      <a:pPr marL="0" marR="0" lvl="0" indent="0" algn="ctr">
                        <a:lnSpc>
                          <a:spcPct val="100000"/>
                        </a:lnSpc>
                        <a:spcBef>
                          <a:spcPts val="0"/>
                        </a:spcBef>
                        <a:spcAft>
                          <a:spcPts val="0"/>
                        </a:spcAft>
                        <a:buNone/>
                      </a:pPr>
                      <a:r>
                        <a:rPr lang="en-US" sz="1400" b="0" i="0" u="none" strike="noStrike" noProof="0">
                          <a:solidFill>
                            <a:srgbClr val="000000"/>
                          </a:solidFill>
                          <a:latin typeface="Arial"/>
                        </a:rPr>
                        <a:t>SOE/SCIS2 Computing Lab B1-1</a:t>
                      </a:r>
                      <a:endParaRPr lang="en-US" sz="1400">
                        <a:latin typeface="+mn-lt"/>
                      </a:endParaRP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Kyong Jin Shim</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Wong Chee Chein</a:t>
                      </a:r>
                    </a:p>
                  </a:txBody>
                  <a:tcPr marL="9524" marR="9524" marT="9524" marB="0" anchor="ctr"/>
                </a:tc>
                <a:extLst>
                  <a:ext uri="{0D108BD9-81ED-4DB2-BD59-A6C34878D82A}">
                    <a16:rowId xmlns:a16="http://schemas.microsoft.com/office/drawing/2014/main" val="1678566839"/>
                  </a:ext>
                </a:extLst>
              </a:tr>
              <a:tr h="229223">
                <a:tc>
                  <a:txBody>
                    <a:bodyPr/>
                    <a:lstStyle/>
                    <a:p>
                      <a:pPr algn="ctr" fontAlgn="ctr"/>
                      <a:r>
                        <a:rPr lang="en-US" sz="1400" b="0" i="0" u="none" strike="noStrike">
                          <a:solidFill>
                            <a:srgbClr val="000000"/>
                          </a:solidFill>
                          <a:effectLst/>
                          <a:latin typeface="+mn-lt"/>
                        </a:rPr>
                        <a:t>G5</a:t>
                      </a:r>
                    </a:p>
                  </a:txBody>
                  <a:tcPr marL="9525" marR="9525" marT="9525" marB="0" anchor="ctr"/>
                </a:tc>
                <a:tc>
                  <a:txBody>
                    <a:bodyPr/>
                    <a:lstStyle/>
                    <a:p>
                      <a:pPr algn="ctr" fontAlgn="ctr"/>
                      <a:r>
                        <a:rPr lang="en-US" sz="1400" b="0" i="0" u="none" strike="noStrike">
                          <a:solidFill>
                            <a:srgbClr val="000000"/>
                          </a:solidFill>
                          <a:effectLst/>
                          <a:latin typeface="+mn-lt"/>
                        </a:rPr>
                        <a:t>Tue</a:t>
                      </a:r>
                    </a:p>
                  </a:txBody>
                  <a:tcPr marL="9525" marR="9525" marT="9525" marB="0" anchor="ctr"/>
                </a:tc>
                <a:tc>
                  <a:txBody>
                    <a:bodyPr/>
                    <a:lstStyle/>
                    <a:p>
                      <a:pPr lvl="0" algn="ctr">
                        <a:buNone/>
                      </a:pPr>
                      <a:r>
                        <a:rPr lang="en-US" sz="1400" b="0" i="0" u="none" strike="noStrike">
                          <a:solidFill>
                            <a:srgbClr val="000000"/>
                          </a:solidFill>
                          <a:effectLst/>
                          <a:latin typeface="+mn-lt"/>
                        </a:rPr>
                        <a:t>15:30</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18:45</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mn-lt"/>
                          <a:cs typeface="Arial"/>
                          <a:sym typeface="Arial"/>
                        </a:rPr>
                        <a:t>SCIS1 SR 2-3</a:t>
                      </a:r>
                    </a:p>
                  </a:txBody>
                  <a:tcPr marL="9525" marR="9525" marT="9525" marB="0" anchor="ctr"/>
                </a:tc>
                <a:tc>
                  <a:txBody>
                    <a:bodyPr/>
                    <a:lstStyle/>
                    <a:p>
                      <a:pPr algn="ctr" fontAlgn="ctr"/>
                      <a:r>
                        <a:rPr lang="en-US" sz="1400" b="0" i="0" u="none" strike="noStrike">
                          <a:solidFill>
                            <a:srgbClr val="000000"/>
                          </a:solidFill>
                          <a:effectLst/>
                          <a:latin typeface="+mn-lt"/>
                        </a:rPr>
                        <a:t>Mok Heng Ngee</a:t>
                      </a:r>
                    </a:p>
                  </a:txBody>
                  <a:tcPr marL="9525" marR="9525" marT="9525" marB="0" anchor="ctr"/>
                </a:tc>
                <a:tc>
                  <a:txBody>
                    <a:bodyPr/>
                    <a:lstStyle/>
                    <a:p>
                      <a:pPr lvl="0" algn="ctr">
                        <a:buNone/>
                      </a:pPr>
                      <a:r>
                        <a:rPr lang="en-US" sz="1400" b="0" i="0" u="none" strike="noStrike" noProof="0">
                          <a:solidFill>
                            <a:srgbClr val="000000"/>
                          </a:solidFill>
                          <a:effectLst/>
                          <a:latin typeface="Arial"/>
                          <a:cs typeface="Arial"/>
                        </a:rPr>
                        <a:t>Wong Chee Chein</a:t>
                      </a:r>
                      <a:endParaRPr lang="en-US"/>
                    </a:p>
                  </a:txBody>
                  <a:tcPr marL="9524" marR="9524" marT="9524" marB="0" anchor="ctr"/>
                </a:tc>
                <a:extLst>
                  <a:ext uri="{0D108BD9-81ED-4DB2-BD59-A6C34878D82A}">
                    <a16:rowId xmlns:a16="http://schemas.microsoft.com/office/drawing/2014/main" val="3565400995"/>
                  </a:ext>
                </a:extLst>
              </a:tr>
              <a:tr h="229223">
                <a:tc>
                  <a:txBody>
                    <a:bodyPr/>
                    <a:lstStyle/>
                    <a:p>
                      <a:pPr algn="ctr" fontAlgn="ctr"/>
                      <a:r>
                        <a:rPr lang="en-US" sz="1400" b="0" i="0" u="none" strike="noStrike">
                          <a:solidFill>
                            <a:srgbClr val="000000"/>
                          </a:solidFill>
                          <a:effectLst/>
                          <a:latin typeface="+mn-lt"/>
                        </a:rPr>
                        <a:t>G6</a:t>
                      </a:r>
                    </a:p>
                  </a:txBody>
                  <a:tcPr marL="9525" marR="9525" marT="9525" marB="0" anchor="ctr"/>
                </a:tc>
                <a:tc>
                  <a:txBody>
                    <a:bodyPr/>
                    <a:lstStyle/>
                    <a:p>
                      <a:pPr lvl="0" algn="ctr">
                        <a:buNone/>
                      </a:pPr>
                      <a:r>
                        <a:rPr lang="en-US" sz="1400" b="0" i="0" u="none" strike="noStrike">
                          <a:solidFill>
                            <a:srgbClr val="000000"/>
                          </a:solidFill>
                          <a:effectLst/>
                          <a:latin typeface="+mn-lt"/>
                        </a:rPr>
                        <a:t>Wed</a:t>
                      </a:r>
                    </a:p>
                  </a:txBody>
                  <a:tcPr marL="9525" marR="9525" marT="9525" marB="0" anchor="ctr"/>
                </a:tc>
                <a:tc>
                  <a:txBody>
                    <a:bodyPr/>
                    <a:lstStyle/>
                    <a:p>
                      <a:pPr lvl="0" algn="ctr">
                        <a:buNone/>
                      </a:pPr>
                      <a:r>
                        <a:rPr lang="en-US" sz="1400" b="0" i="0" u="none" strike="noStrike">
                          <a:solidFill>
                            <a:srgbClr val="000000"/>
                          </a:solidFill>
                          <a:effectLst/>
                          <a:latin typeface="+mn-lt"/>
                        </a:rPr>
                        <a:t>08:15</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11:30</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mn-lt"/>
                          <a:cs typeface="Arial"/>
                          <a:sym typeface="Arial"/>
                        </a:rPr>
                        <a:t>SCIS1 SR 3-1</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Mok Heng Ngee</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Cordelia Lee</a:t>
                      </a:r>
                    </a:p>
                  </a:txBody>
                  <a:tcPr marL="9524" marR="9524" marT="9524" marB="0" anchor="ctr"/>
                </a:tc>
                <a:extLst>
                  <a:ext uri="{0D108BD9-81ED-4DB2-BD59-A6C34878D82A}">
                    <a16:rowId xmlns:a16="http://schemas.microsoft.com/office/drawing/2014/main" val="4182167437"/>
                  </a:ext>
                </a:extLst>
              </a:tr>
              <a:tr h="229223">
                <a:tc>
                  <a:txBody>
                    <a:bodyPr/>
                    <a:lstStyle/>
                    <a:p>
                      <a:pPr algn="ctr" fontAlgn="ctr"/>
                      <a:r>
                        <a:rPr lang="en-US" sz="1400" b="0" i="0" u="none" strike="noStrike">
                          <a:solidFill>
                            <a:srgbClr val="000000"/>
                          </a:solidFill>
                          <a:effectLst/>
                          <a:latin typeface="+mn-lt"/>
                        </a:rPr>
                        <a:t>G7</a:t>
                      </a:r>
                    </a:p>
                  </a:txBody>
                  <a:tcPr marL="9525" marR="9525" marT="9525" marB="0" anchor="ctr"/>
                </a:tc>
                <a:tc>
                  <a:txBody>
                    <a:bodyPr/>
                    <a:lstStyle/>
                    <a:p>
                      <a:pPr lvl="0" algn="ctr">
                        <a:buNone/>
                      </a:pPr>
                      <a:r>
                        <a:rPr lang="en-US" sz="1400" b="0" i="0" u="none" strike="noStrike">
                          <a:solidFill>
                            <a:srgbClr val="000000"/>
                          </a:solidFill>
                          <a:effectLst/>
                          <a:latin typeface="+mn-lt"/>
                        </a:rPr>
                        <a:t>Wed</a:t>
                      </a:r>
                    </a:p>
                  </a:txBody>
                  <a:tcPr marL="9525" marR="9525" marT="9525" marB="0" anchor="ctr"/>
                </a:tc>
                <a:tc>
                  <a:txBody>
                    <a:bodyPr/>
                    <a:lstStyle/>
                    <a:p>
                      <a:pPr lvl="0" algn="ctr">
                        <a:buNone/>
                      </a:pPr>
                      <a:r>
                        <a:rPr lang="en-US" sz="1400" b="0" i="0" u="none" strike="noStrike">
                          <a:solidFill>
                            <a:srgbClr val="000000"/>
                          </a:solidFill>
                          <a:effectLst/>
                          <a:latin typeface="+mn-lt"/>
                        </a:rPr>
                        <a:t>12:00</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15:15</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mn-lt"/>
                          <a:cs typeface="Arial"/>
                          <a:sym typeface="Arial"/>
                        </a:rPr>
                        <a:t>SCIS1 SR 3-1</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Mok Heng Ngee</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Wong Chee Chein</a:t>
                      </a:r>
                    </a:p>
                  </a:txBody>
                  <a:tcPr marL="9524" marR="9524" marT="9524" marB="0" anchor="ctr"/>
                </a:tc>
                <a:extLst>
                  <a:ext uri="{0D108BD9-81ED-4DB2-BD59-A6C34878D82A}">
                    <a16:rowId xmlns:a16="http://schemas.microsoft.com/office/drawing/2014/main" val="2615730322"/>
                  </a:ext>
                </a:extLst>
              </a:tr>
              <a:tr h="229223">
                <a:tc>
                  <a:txBody>
                    <a:bodyPr/>
                    <a:lstStyle/>
                    <a:p>
                      <a:pPr algn="ctr" fontAlgn="ctr"/>
                      <a:r>
                        <a:rPr lang="en-US" sz="1400" b="0" i="0" u="none" strike="noStrike">
                          <a:solidFill>
                            <a:srgbClr val="000000"/>
                          </a:solidFill>
                          <a:effectLst/>
                          <a:latin typeface="+mn-lt"/>
                        </a:rPr>
                        <a:t>G8</a:t>
                      </a:r>
                    </a:p>
                  </a:txBody>
                  <a:tcPr marL="9525" marR="9525" marT="9525" marB="0" anchor="ctr"/>
                </a:tc>
                <a:tc>
                  <a:txBody>
                    <a:bodyPr/>
                    <a:lstStyle/>
                    <a:p>
                      <a:pPr lvl="0" algn="ctr">
                        <a:buNone/>
                      </a:pPr>
                      <a:r>
                        <a:rPr lang="en-US" sz="1400" b="0" i="0" u="none" strike="noStrike">
                          <a:solidFill>
                            <a:srgbClr val="000000"/>
                          </a:solidFill>
                          <a:effectLst/>
                          <a:latin typeface="+mn-lt"/>
                        </a:rPr>
                        <a:t>Tue</a:t>
                      </a:r>
                    </a:p>
                  </a:txBody>
                  <a:tcPr marL="9525" marR="9525" marT="9525" marB="0" anchor="ctr"/>
                </a:tc>
                <a:tc>
                  <a:txBody>
                    <a:bodyPr/>
                    <a:lstStyle/>
                    <a:p>
                      <a:pPr lvl="0" algn="ctr">
                        <a:buNone/>
                      </a:pPr>
                      <a:r>
                        <a:rPr lang="en-US" sz="1400" b="0" i="0" u="none" strike="noStrike">
                          <a:solidFill>
                            <a:srgbClr val="000000"/>
                          </a:solidFill>
                          <a:effectLst/>
                          <a:latin typeface="+mn-lt"/>
                        </a:rPr>
                        <a:t>08:15</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11:30</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a:solidFill>
                            <a:srgbClr val="000000"/>
                          </a:solidFill>
                          <a:effectLst/>
                          <a:latin typeface="+mn-lt"/>
                        </a:rPr>
                        <a:t>SCIS1 SR 2-3</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err="1">
                          <a:solidFill>
                            <a:srgbClr val="000000"/>
                          </a:solidFill>
                          <a:effectLst/>
                          <a:latin typeface="+mn-lt"/>
                        </a:rPr>
                        <a:t>Fwa</a:t>
                      </a:r>
                      <a:r>
                        <a:rPr lang="en-US" sz="1400" b="0" i="0" u="none" strike="noStrike" noProof="0">
                          <a:solidFill>
                            <a:srgbClr val="000000"/>
                          </a:solidFill>
                          <a:effectLst/>
                          <a:latin typeface="+mn-lt"/>
                        </a:rPr>
                        <a:t> Hua Leong</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Alvin Tay</a:t>
                      </a:r>
                    </a:p>
                  </a:txBody>
                  <a:tcPr marL="9524" marR="9524" marT="9524" marB="0" anchor="ctr"/>
                </a:tc>
                <a:extLst>
                  <a:ext uri="{0D108BD9-81ED-4DB2-BD59-A6C34878D82A}">
                    <a16:rowId xmlns:a16="http://schemas.microsoft.com/office/drawing/2014/main" val="1137452997"/>
                  </a:ext>
                </a:extLst>
              </a:tr>
              <a:tr h="229223">
                <a:tc>
                  <a:txBody>
                    <a:bodyPr/>
                    <a:lstStyle/>
                    <a:p>
                      <a:pPr algn="ctr" fontAlgn="ctr"/>
                      <a:r>
                        <a:rPr lang="en-US" sz="1400" b="0" i="0" u="none" strike="noStrike">
                          <a:solidFill>
                            <a:srgbClr val="000000"/>
                          </a:solidFill>
                          <a:effectLst/>
                          <a:latin typeface="+mn-lt"/>
                        </a:rPr>
                        <a:t>G9</a:t>
                      </a:r>
                    </a:p>
                  </a:txBody>
                  <a:tcPr marL="9525" marR="9525" marT="9525" marB="0" anchor="ctr"/>
                </a:tc>
                <a:tc>
                  <a:txBody>
                    <a:bodyPr/>
                    <a:lstStyle/>
                    <a:p>
                      <a:pPr lvl="0" algn="ctr">
                        <a:buNone/>
                      </a:pPr>
                      <a:r>
                        <a:rPr lang="en-US" sz="1400" b="0" i="0" u="none" strike="noStrike">
                          <a:solidFill>
                            <a:srgbClr val="000000"/>
                          </a:solidFill>
                          <a:effectLst/>
                          <a:latin typeface="+mn-lt"/>
                        </a:rPr>
                        <a:t>Tue</a:t>
                      </a:r>
                    </a:p>
                  </a:txBody>
                  <a:tcPr marL="9525" marR="9525" marT="9525" marB="0" anchor="ctr"/>
                </a:tc>
                <a:tc>
                  <a:txBody>
                    <a:bodyPr/>
                    <a:lstStyle/>
                    <a:p>
                      <a:pPr lvl="0" algn="ctr">
                        <a:buNone/>
                      </a:pPr>
                      <a:r>
                        <a:rPr lang="en-US" sz="1400" b="0" i="0" u="none" strike="noStrike">
                          <a:solidFill>
                            <a:srgbClr val="000000"/>
                          </a:solidFill>
                          <a:effectLst/>
                          <a:latin typeface="+mn-lt"/>
                        </a:rPr>
                        <a:t>12:00</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15:15</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a:solidFill>
                            <a:srgbClr val="000000"/>
                          </a:solidFill>
                          <a:effectLst/>
                          <a:latin typeface="+mn-lt"/>
                        </a:rPr>
                        <a:t>SCIS1 SR 2-3</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err="1">
                          <a:solidFill>
                            <a:srgbClr val="000000"/>
                          </a:solidFill>
                          <a:effectLst/>
                          <a:latin typeface="+mn-lt"/>
                        </a:rPr>
                        <a:t>Fwa</a:t>
                      </a:r>
                      <a:r>
                        <a:rPr lang="en-US" sz="1400" b="0" i="0" u="none" strike="noStrike" noProof="0">
                          <a:solidFill>
                            <a:srgbClr val="000000"/>
                          </a:solidFill>
                          <a:effectLst/>
                          <a:latin typeface="+mn-lt"/>
                        </a:rPr>
                        <a:t> Hua Leong</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Alvin Tay</a:t>
                      </a:r>
                    </a:p>
                  </a:txBody>
                  <a:tcPr marL="9524" marR="9524" marT="9524" marB="0" anchor="ctr"/>
                </a:tc>
                <a:extLst>
                  <a:ext uri="{0D108BD9-81ED-4DB2-BD59-A6C34878D82A}">
                    <a16:rowId xmlns:a16="http://schemas.microsoft.com/office/drawing/2014/main" val="3840288905"/>
                  </a:ext>
                </a:extLst>
              </a:tr>
              <a:tr h="229223">
                <a:tc>
                  <a:txBody>
                    <a:bodyPr/>
                    <a:lstStyle/>
                    <a:p>
                      <a:pPr algn="ctr" fontAlgn="ctr"/>
                      <a:r>
                        <a:rPr lang="en-US" sz="1400" b="0" i="0" u="none" strike="noStrike">
                          <a:solidFill>
                            <a:srgbClr val="000000"/>
                          </a:solidFill>
                          <a:effectLst/>
                          <a:latin typeface="+mn-lt"/>
                        </a:rPr>
                        <a:t>G10</a:t>
                      </a:r>
                    </a:p>
                  </a:txBody>
                  <a:tcPr marL="9525" marR="9525" marT="9525" marB="0" anchor="ctr"/>
                </a:tc>
                <a:tc>
                  <a:txBody>
                    <a:bodyPr/>
                    <a:lstStyle/>
                    <a:p>
                      <a:pPr algn="ctr" fontAlgn="ctr"/>
                      <a:r>
                        <a:rPr lang="en-US" sz="1400" b="0" i="0" u="none" strike="noStrike">
                          <a:solidFill>
                            <a:srgbClr val="000000"/>
                          </a:solidFill>
                          <a:effectLst/>
                          <a:latin typeface="+mn-lt"/>
                        </a:rPr>
                        <a:t>Wed</a:t>
                      </a:r>
                    </a:p>
                  </a:txBody>
                  <a:tcPr marL="9525" marR="9525" marT="9525" marB="0" anchor="ctr"/>
                </a:tc>
                <a:tc>
                  <a:txBody>
                    <a:bodyPr/>
                    <a:lstStyle/>
                    <a:p>
                      <a:pPr lvl="0" algn="ctr">
                        <a:buNone/>
                      </a:pPr>
                      <a:r>
                        <a:rPr lang="en-US" sz="1400" b="0" i="0" u="none" strike="noStrike">
                          <a:solidFill>
                            <a:srgbClr val="000000"/>
                          </a:solidFill>
                          <a:effectLst/>
                          <a:latin typeface="+mn-lt"/>
                        </a:rPr>
                        <a:t>08:15</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11:30</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a:solidFill>
                            <a:srgbClr val="000000"/>
                          </a:solidFill>
                          <a:effectLst/>
                          <a:latin typeface="+mn-lt"/>
                        </a:rPr>
                        <a:t>SCIS1 SR 2-2</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err="1">
                          <a:solidFill>
                            <a:srgbClr val="000000"/>
                          </a:solidFill>
                          <a:effectLst/>
                          <a:latin typeface="+mn-lt"/>
                        </a:rPr>
                        <a:t>Fwa</a:t>
                      </a:r>
                      <a:r>
                        <a:rPr lang="en-US" sz="1400" b="0" i="0" u="none" strike="noStrike" noProof="0">
                          <a:solidFill>
                            <a:srgbClr val="000000"/>
                          </a:solidFill>
                          <a:effectLst/>
                          <a:latin typeface="+mn-lt"/>
                        </a:rPr>
                        <a:t> Hua Leong</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Arial"/>
                          <a:cs typeface="Arial"/>
                        </a:rPr>
                        <a:t>Alvin Tay</a:t>
                      </a:r>
                    </a:p>
                  </a:txBody>
                  <a:tcPr marL="9524" marR="9524" marT="9524" marB="0" anchor="ctr"/>
                </a:tc>
                <a:extLst>
                  <a:ext uri="{0D108BD9-81ED-4DB2-BD59-A6C34878D82A}">
                    <a16:rowId xmlns:a16="http://schemas.microsoft.com/office/drawing/2014/main" val="2374015744"/>
                  </a:ext>
                </a:extLst>
              </a:tr>
              <a:tr h="229223">
                <a:tc>
                  <a:txBody>
                    <a:bodyPr/>
                    <a:lstStyle/>
                    <a:p>
                      <a:pPr algn="ctr" fontAlgn="ctr"/>
                      <a:r>
                        <a:rPr lang="en-US" sz="1400" b="0" i="0" u="none" strike="noStrike">
                          <a:solidFill>
                            <a:srgbClr val="000000"/>
                          </a:solidFill>
                          <a:effectLst/>
                          <a:latin typeface="+mn-lt"/>
                        </a:rPr>
                        <a:t>G11</a:t>
                      </a:r>
                    </a:p>
                  </a:txBody>
                  <a:tcPr marL="9525" marR="9525" marT="9525" marB="0" anchor="ctr"/>
                </a:tc>
                <a:tc>
                  <a:txBody>
                    <a:bodyPr/>
                    <a:lstStyle/>
                    <a:p>
                      <a:pPr algn="ctr" fontAlgn="ctr"/>
                      <a:r>
                        <a:rPr lang="en-US" sz="1400" b="0" i="0" u="none" strike="noStrike">
                          <a:solidFill>
                            <a:srgbClr val="000000"/>
                          </a:solidFill>
                          <a:effectLst/>
                          <a:latin typeface="+mn-lt"/>
                        </a:rPr>
                        <a:t>Mon</a:t>
                      </a:r>
                    </a:p>
                  </a:txBody>
                  <a:tcPr marL="9525" marR="9525" marT="9525" marB="0" anchor="ctr"/>
                </a:tc>
                <a:tc>
                  <a:txBody>
                    <a:bodyPr/>
                    <a:lstStyle/>
                    <a:p>
                      <a:pPr lvl="0" algn="ctr">
                        <a:buNone/>
                      </a:pPr>
                      <a:r>
                        <a:rPr lang="en-US" sz="1400" b="0" i="0" u="none" strike="noStrike">
                          <a:solidFill>
                            <a:srgbClr val="000000"/>
                          </a:solidFill>
                          <a:effectLst/>
                          <a:latin typeface="+mn-lt"/>
                        </a:rPr>
                        <a:t>08:15</a:t>
                      </a:r>
                      <a:endParaRPr lang="en-US" sz="1400">
                        <a:latin typeface="+mn-lt"/>
                      </a:endParaRPr>
                    </a:p>
                  </a:txBody>
                  <a:tcPr marL="9525" marR="9525" marT="9525" marB="0" anchor="ctr"/>
                </a:tc>
                <a:tc>
                  <a:txBody>
                    <a:bodyPr/>
                    <a:lstStyle/>
                    <a:p>
                      <a:pPr lvl="0" algn="ctr">
                        <a:buNone/>
                      </a:pPr>
                      <a:r>
                        <a:rPr lang="en-US" sz="1400" b="0" i="0" u="none" strike="noStrike">
                          <a:solidFill>
                            <a:srgbClr val="000000"/>
                          </a:solidFill>
                          <a:effectLst/>
                          <a:latin typeface="+mn-lt"/>
                        </a:rPr>
                        <a:t>11:30</a:t>
                      </a:r>
                      <a:endParaRPr lang="en-US" sz="1400">
                        <a:latin typeface="+mn-lt"/>
                      </a:endParaRPr>
                    </a:p>
                  </a:txBody>
                  <a:tcPr marL="9525" marR="9525" marT="9525"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SCIS1 SR 2-3</a:t>
                      </a:r>
                    </a:p>
                  </a:txBody>
                  <a:tcPr marL="9525" marR="9525" marT="9525" marB="0" anchor="ctr"/>
                </a:tc>
                <a:tc>
                  <a:txBody>
                    <a:bodyPr/>
                    <a:lstStyle/>
                    <a:p>
                      <a:pPr lvl="0" algn="ctr">
                        <a:lnSpc>
                          <a:spcPct val="100000"/>
                        </a:lnSpc>
                        <a:spcBef>
                          <a:spcPts val="0"/>
                        </a:spcBef>
                        <a:spcAft>
                          <a:spcPts val="0"/>
                        </a:spcAft>
                        <a:buNone/>
                      </a:pPr>
                      <a:r>
                        <a:rPr lang="en-US" sz="1400" b="0" i="0" u="none" strike="noStrike" noProof="0">
                          <a:solidFill>
                            <a:srgbClr val="000000"/>
                          </a:solidFill>
                          <a:effectLst/>
                          <a:latin typeface="+mn-lt"/>
                        </a:rPr>
                        <a:t>Jason Chui</a:t>
                      </a:r>
                    </a:p>
                  </a:txBody>
                  <a:tcPr marL="9525" marR="9525" marT="9525" marB="0" anchor="ctr"/>
                </a:tc>
                <a:tc>
                  <a:txBody>
                    <a:bodyPr/>
                    <a:lstStyle/>
                    <a:p>
                      <a:pPr lvl="0" algn="ctr">
                        <a:lnSpc>
                          <a:spcPct val="100000"/>
                        </a:lnSpc>
                        <a:spcBef>
                          <a:spcPts val="0"/>
                        </a:spcBef>
                        <a:spcAft>
                          <a:spcPts val="0"/>
                        </a:spcAft>
                        <a:buNone/>
                      </a:pPr>
                      <a:r>
                        <a:rPr lang="en-US" sz="1100" b="0" i="0" u="none" strike="noStrike" noProof="0">
                          <a:solidFill>
                            <a:srgbClr val="000000"/>
                          </a:solidFill>
                        </a:rPr>
                        <a:t>Jereme TAN Jing Min </a:t>
                      </a:r>
                      <a:r>
                        <a:rPr lang="en-US" sz="1100" b="0" i="0" u="none" strike="noStrike" noProof="0">
                          <a:solidFill>
                            <a:srgbClr val="000000"/>
                          </a:solidFill>
                          <a:effectLst/>
                          <a:latin typeface="+mn-lt"/>
                        </a:rPr>
                        <a:t>(TA)</a:t>
                      </a:r>
                    </a:p>
                    <a:p>
                      <a:pPr lvl="0" algn="ctr">
                        <a:lnSpc>
                          <a:spcPct val="100000"/>
                        </a:lnSpc>
                        <a:spcBef>
                          <a:spcPts val="0"/>
                        </a:spcBef>
                        <a:spcAft>
                          <a:spcPts val="0"/>
                        </a:spcAft>
                        <a:buNone/>
                      </a:pPr>
                      <a:r>
                        <a:rPr lang="en-US" sz="1100" b="0" i="0" u="none" strike="noStrike" noProof="0">
                          <a:solidFill>
                            <a:srgbClr val="000000"/>
                          </a:solidFill>
                          <a:effectLst/>
                          <a:latin typeface="+mn-lt"/>
                        </a:rPr>
                        <a:t>Nicholas LO Eng Hoe (TA)</a:t>
                      </a:r>
                    </a:p>
                  </a:txBody>
                  <a:tcPr marL="9524" marR="9524" marT="9524" marB="0" anchor="ctr"/>
                </a:tc>
                <a:extLst>
                  <a:ext uri="{0D108BD9-81ED-4DB2-BD59-A6C34878D82A}">
                    <a16:rowId xmlns:a16="http://schemas.microsoft.com/office/drawing/2014/main" val="1626660093"/>
                  </a:ext>
                </a:extLst>
              </a:tr>
            </a:tbl>
          </a:graphicData>
        </a:graphic>
      </p:graphicFrame>
    </p:spTree>
    <p:extLst>
      <p:ext uri="{BB962C8B-B14F-4D97-AF65-F5344CB8AC3E}">
        <p14:creationId xmlns:p14="http://schemas.microsoft.com/office/powerpoint/2010/main" val="2971814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3"/>
          <p:cNvSpPr txBox="1">
            <a:spLocks noGrp="1"/>
          </p:cNvSpPr>
          <p:nvPr>
            <p:ph type="title"/>
          </p:nvPr>
        </p:nvSpPr>
        <p:spPr>
          <a:xfrm>
            <a:off x="311700" y="230626"/>
            <a:ext cx="8520600" cy="64472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Sections and TAs</a:t>
            </a:r>
            <a:endParaRPr/>
          </a:p>
        </p:txBody>
      </p:sp>
      <p:graphicFrame>
        <p:nvGraphicFramePr>
          <p:cNvPr id="104" name="Google Shape;104;p73"/>
          <p:cNvGraphicFramePr/>
          <p:nvPr>
            <p:extLst>
              <p:ext uri="{D42A27DB-BD31-4B8C-83A1-F6EECF244321}">
                <p14:modId xmlns:p14="http://schemas.microsoft.com/office/powerpoint/2010/main" val="400044759"/>
              </p:ext>
            </p:extLst>
          </p:nvPr>
        </p:nvGraphicFramePr>
        <p:xfrm>
          <a:off x="423446" y="875346"/>
          <a:ext cx="8297108" cy="3912243"/>
        </p:xfrm>
        <a:graphic>
          <a:graphicData uri="http://schemas.openxmlformats.org/drawingml/2006/table">
            <a:tbl>
              <a:tblPr firstRow="1" bandRow="1">
                <a:noFill/>
                <a:tableStyleId>{775D735A-9BCC-4A0A-8336-7D16119737FB}</a:tableStyleId>
              </a:tblPr>
              <a:tblGrid>
                <a:gridCol w="938878">
                  <a:extLst>
                    <a:ext uri="{9D8B030D-6E8A-4147-A177-3AD203B41FA5}">
                      <a16:colId xmlns:a16="http://schemas.microsoft.com/office/drawing/2014/main" val="20000"/>
                    </a:ext>
                  </a:extLst>
                </a:gridCol>
                <a:gridCol w="7358230">
                  <a:extLst>
                    <a:ext uri="{9D8B030D-6E8A-4147-A177-3AD203B41FA5}">
                      <a16:colId xmlns:a16="http://schemas.microsoft.com/office/drawing/2014/main" val="20003"/>
                    </a:ext>
                  </a:extLst>
                </a:gridCol>
              </a:tblGrid>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latin typeface="Arial Nova"/>
                          <a:ea typeface="Arial"/>
                          <a:cs typeface="Arial"/>
                          <a:sym typeface="Arial"/>
                        </a:rPr>
                        <a:t>Section</a:t>
                      </a:r>
                      <a:endParaRPr sz="1400" u="none" strike="noStrike" cap="none">
                        <a:latin typeface="Arial Nov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latin typeface="Arial Nova"/>
                          <a:ea typeface="Arial"/>
                          <a:cs typeface="Arial"/>
                          <a:sym typeface="Arial"/>
                        </a:rPr>
                        <a:t>Teaching Assistant</a:t>
                      </a:r>
                      <a:endParaRPr sz="1400" u="none" strike="noStrike" cap="none">
                        <a:latin typeface="Arial Nova"/>
                      </a:endParaRPr>
                    </a:p>
                  </a:txBody>
                  <a:tcPr marL="91450" marR="91450" marT="45725" marB="45725"/>
                </a:tc>
                <a:extLst>
                  <a:ext uri="{0D108BD9-81ED-4DB2-BD59-A6C34878D82A}">
                    <a16:rowId xmlns:a16="http://schemas.microsoft.com/office/drawing/2014/main" val="10000"/>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G1</a:t>
                      </a:r>
                      <a:endParaRPr sz="1400" u="none" strike="noStrike" cap="none">
                        <a:latin typeface="+mn-lt"/>
                      </a:endParaRPr>
                    </a:p>
                  </a:txBody>
                  <a:tcPr marL="91450" marR="91450" marT="45725" marB="45725"/>
                </a:tc>
                <a:tc>
                  <a:txBody>
                    <a:bodyPr/>
                    <a:lstStyle/>
                    <a:p>
                      <a:pPr lvl="0" algn="l">
                        <a:buNone/>
                      </a:pPr>
                      <a:r>
                        <a:rPr lang="en-US" sz="1400">
                          <a:latin typeface="+mn-lt"/>
                        </a:rPr>
                        <a:t> </a:t>
                      </a:r>
                      <a:r>
                        <a:rPr lang="en-US" sz="1400" b="0" i="0" u="none" strike="noStrike" noProof="0">
                          <a:solidFill>
                            <a:srgbClr val="000000"/>
                          </a:solidFill>
                          <a:latin typeface="Arial"/>
                          <a:cs typeface="Arial"/>
                        </a:rPr>
                        <a:t>Don ANG Rui Ze (</a:t>
                      </a:r>
                      <a:r>
                        <a:rPr lang="en-US" sz="1400" b="0" i="0" u="none" strike="noStrike" noProof="0">
                          <a:latin typeface="Arial"/>
                          <a:cs typeface="Arial"/>
                          <a:hlinkClick r:id="rId3"/>
                        </a:rPr>
                        <a:t>don.ang.2024@computing.smu.edu.sg</a:t>
                      </a:r>
                      <a:r>
                        <a:rPr lang="en-US" sz="1400" b="0" i="0" u="none" strike="noStrike" noProof="0">
                          <a:solidFill>
                            <a:srgbClr val="000000"/>
                          </a:solidFill>
                          <a:latin typeface="Arial"/>
                          <a:cs typeface="Arial"/>
                        </a:rPr>
                        <a:t>)</a:t>
                      </a:r>
                    </a:p>
                  </a:txBody>
                  <a:tcPr marL="9525" marR="9525" marT="9525" marB="0" anchor="ctr"/>
                </a:tc>
                <a:extLst>
                  <a:ext uri="{0D108BD9-81ED-4DB2-BD59-A6C34878D82A}">
                    <a16:rowId xmlns:a16="http://schemas.microsoft.com/office/drawing/2014/main" val="10001"/>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G2</a:t>
                      </a:r>
                      <a:endParaRPr sz="1400" u="none" strike="noStrike" cap="none">
                        <a:latin typeface="+mn-lt"/>
                      </a:endParaRPr>
                    </a:p>
                  </a:txBody>
                  <a:tcPr marL="91450" marR="91450" marT="45725" marB="45725"/>
                </a:tc>
                <a:tc>
                  <a:txBody>
                    <a:bodyPr/>
                    <a:lstStyle/>
                    <a:p>
                      <a:pPr lvl="0" algn="l">
                        <a:buNone/>
                      </a:pPr>
                      <a:r>
                        <a:rPr lang="en-US" sz="1400">
                          <a:latin typeface="+mn-lt"/>
                        </a:rPr>
                        <a:t> </a:t>
                      </a:r>
                      <a:r>
                        <a:rPr lang="en-US" sz="1400" b="0" i="0" u="none" strike="noStrike" noProof="0">
                          <a:solidFill>
                            <a:srgbClr val="000000"/>
                          </a:solidFill>
                          <a:latin typeface="Arial"/>
                          <a:cs typeface="Arial"/>
                        </a:rPr>
                        <a:t>Shirin RUTH (</a:t>
                      </a:r>
                      <a:r>
                        <a:rPr lang="en-US" sz="1400" b="0" i="0" u="none" strike="noStrike" noProof="0">
                          <a:solidFill>
                            <a:srgbClr val="000000"/>
                          </a:solidFill>
                          <a:latin typeface="Arial"/>
                          <a:cs typeface="Arial"/>
                          <a:hlinkClick r:id="rId4"/>
                        </a:rPr>
                        <a:t>shirin.ruth.2024@computing.smu.edu.sg</a:t>
                      </a:r>
                      <a:r>
                        <a:rPr lang="en-US" sz="1400" b="0" i="0" u="none" strike="noStrike" noProof="0">
                          <a:solidFill>
                            <a:srgbClr val="000000"/>
                          </a:solidFill>
                          <a:latin typeface="Arial"/>
                          <a:cs typeface="Arial"/>
                        </a:rPr>
                        <a:t>)</a:t>
                      </a:r>
                      <a:endParaRPr lang="en-US"/>
                    </a:p>
                  </a:txBody>
                  <a:tcPr marL="9525" marR="9525" marT="9525" marB="0" anchor="ctr"/>
                </a:tc>
                <a:extLst>
                  <a:ext uri="{0D108BD9-81ED-4DB2-BD59-A6C34878D82A}">
                    <a16:rowId xmlns:a16="http://schemas.microsoft.com/office/drawing/2014/main" val="10002"/>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G3</a:t>
                      </a:r>
                      <a:endParaRPr sz="1400" u="none" strike="noStrike" cap="none">
                        <a:latin typeface="+mn-lt"/>
                      </a:endParaRPr>
                    </a:p>
                  </a:txBody>
                  <a:tcPr marL="91450" marR="91450" marT="45725" marB="45725"/>
                </a:tc>
                <a:tc>
                  <a:txBody>
                    <a:bodyPr/>
                    <a:lstStyle/>
                    <a:p>
                      <a:pPr lvl="0" algn="l">
                        <a:lnSpc>
                          <a:spcPct val="100000"/>
                        </a:lnSpc>
                        <a:spcBef>
                          <a:spcPts val="0"/>
                        </a:spcBef>
                        <a:spcAft>
                          <a:spcPts val="0"/>
                        </a:spcAft>
                        <a:buNone/>
                      </a:pPr>
                      <a:r>
                        <a:rPr lang="en-US" sz="1400" b="0" i="0" u="none" strike="noStrike" noProof="0">
                          <a:solidFill>
                            <a:srgbClr val="000000"/>
                          </a:solidFill>
                          <a:effectLst/>
                          <a:latin typeface="Arial"/>
                          <a:cs typeface="Arial"/>
                        </a:rPr>
                        <a:t> Cham Shin Ron (</a:t>
                      </a:r>
                      <a:r>
                        <a:rPr lang="en-US" sz="1400" b="0" i="0" u="none" strike="noStrike" noProof="0">
                          <a:solidFill>
                            <a:srgbClr val="000000"/>
                          </a:solidFill>
                          <a:effectLst/>
                          <a:hlinkClick r:id="rId5"/>
                        </a:rPr>
                        <a:t>sr.cham.2024@computing.smu.edu.sg</a:t>
                      </a:r>
                      <a:r>
                        <a:rPr lang="en-US" sz="1400" b="0" i="0" u="none" strike="noStrike" noProof="0">
                          <a:solidFill>
                            <a:srgbClr val="000000"/>
                          </a:solidFill>
                          <a:effectLst/>
                        </a:rPr>
                        <a:t>)</a:t>
                      </a:r>
                      <a:endParaRPr lang="en-US"/>
                    </a:p>
                  </a:txBody>
                  <a:tcPr marL="9525" marR="9525" marT="9525" marB="0" anchor="ctr"/>
                </a:tc>
                <a:extLst>
                  <a:ext uri="{0D108BD9-81ED-4DB2-BD59-A6C34878D82A}">
                    <a16:rowId xmlns:a16="http://schemas.microsoft.com/office/drawing/2014/main" val="10003"/>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G4</a:t>
                      </a:r>
                      <a:endParaRPr sz="1400" u="none" strike="noStrike" cap="none">
                        <a:latin typeface="+mn-lt"/>
                      </a:endParaRPr>
                    </a:p>
                  </a:txBody>
                  <a:tcPr marL="91450" marR="91450" marT="45725" marB="45725"/>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 Jia Le Lee (</a:t>
                      </a:r>
                      <a:r>
                        <a:rPr lang="en-US" sz="1400" b="0" i="0" u="none" strike="noStrike" noProof="0">
                          <a:solidFill>
                            <a:srgbClr val="000000"/>
                          </a:solidFill>
                          <a:hlinkClick r:id="rId6"/>
                        </a:rPr>
                        <a:t>jiale.lee.2024@computing.smu.edu.sg</a:t>
                      </a:r>
                      <a:r>
                        <a:rPr lang="en-US" sz="1400" b="0" i="0" u="none" strike="noStrike" noProof="0">
                          <a:solidFill>
                            <a:srgbClr val="000000"/>
                          </a:solidFill>
                          <a:latin typeface="Arial"/>
                          <a:cs typeface="Arial"/>
                        </a:rPr>
                        <a:t>)</a:t>
                      </a:r>
                      <a:endParaRPr lang="en-US"/>
                    </a:p>
                  </a:txBody>
                  <a:tcPr marL="9525" marR="9525" marT="9525" marB="0" anchor="ctr"/>
                </a:tc>
                <a:extLst>
                  <a:ext uri="{0D108BD9-81ED-4DB2-BD59-A6C34878D82A}">
                    <a16:rowId xmlns:a16="http://schemas.microsoft.com/office/drawing/2014/main" val="10004"/>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mn-lt"/>
                          <a:ea typeface="Arial"/>
                          <a:cs typeface="Arial"/>
                          <a:sym typeface="Arial"/>
                        </a:rPr>
                        <a:t>G5</a:t>
                      </a:r>
                      <a:endParaRPr sz="1400" u="none" strike="noStrike" cap="none">
                        <a:latin typeface="+mn-lt"/>
                      </a:endParaRPr>
                    </a:p>
                  </a:txBody>
                  <a:tcPr marL="91450" marR="91450" marT="45725" marB="45725"/>
                </a:tc>
                <a:tc>
                  <a:txBody>
                    <a:bodyPr/>
                    <a:lstStyle/>
                    <a:p>
                      <a:pPr lvl="0" algn="l">
                        <a:buNone/>
                      </a:pPr>
                      <a:r>
                        <a:rPr lang="en-US" sz="1400" b="0" i="0" u="none" strike="noStrike" cap="none" noProof="0">
                          <a:solidFill>
                            <a:srgbClr val="000000"/>
                          </a:solidFill>
                          <a:latin typeface="+mn-lt"/>
                          <a:cs typeface="Arial"/>
                          <a:sym typeface="Arial"/>
                        </a:rPr>
                        <a:t> </a:t>
                      </a:r>
                      <a:r>
                        <a:rPr lang="en-US" sz="1400" b="0" i="0" u="none" strike="noStrike" cap="none" noProof="0">
                          <a:solidFill>
                            <a:srgbClr val="000000"/>
                          </a:solidFill>
                          <a:latin typeface="+mn-lt"/>
                          <a:cs typeface="Arial"/>
                        </a:rPr>
                        <a:t>Dwayne Arnold Aniban Otero (</a:t>
                      </a:r>
                      <a:r>
                        <a:rPr lang="en-US" sz="1400" b="0" i="0" u="none" strike="noStrike" cap="none" noProof="0">
                          <a:solidFill>
                            <a:srgbClr val="000000"/>
                          </a:solidFill>
                          <a:latin typeface="+mn-lt"/>
                          <a:cs typeface="Arial"/>
                          <a:hlinkClick r:id="rId7"/>
                        </a:rPr>
                        <a:t>daa.otero.2024@computing.smu.edu.sg</a:t>
                      </a:r>
                      <a:r>
                        <a:rPr lang="en-US" sz="1400" b="0" i="0" u="none" strike="noStrike" cap="none" noProof="0">
                          <a:solidFill>
                            <a:srgbClr val="000000"/>
                          </a:solidFill>
                          <a:latin typeface="+mn-lt"/>
                          <a:cs typeface="Arial"/>
                        </a:rPr>
                        <a:t>) </a:t>
                      </a:r>
                      <a:r>
                        <a:rPr lang="en-US" sz="1400" b="0" i="0" u="none" strike="noStrike" cap="none" noProof="0">
                          <a:solidFill>
                            <a:srgbClr val="000000"/>
                          </a:solidFill>
                        </a:rPr>
                        <a:t>@dwaytero</a:t>
                      </a:r>
                      <a:endParaRPr lang="en-US" sz="1400" b="0" i="0" u="none" strike="noStrike" cap="none">
                        <a:solidFill>
                          <a:srgbClr val="000000"/>
                        </a:solidFill>
                        <a:latin typeface="+mn-lt"/>
                        <a:cs typeface="Arial"/>
                        <a:sym typeface="Arial"/>
                      </a:endParaRPr>
                    </a:p>
                  </a:txBody>
                  <a:tcPr marL="9525" marR="9525" marT="9525" marB="0" anchor="ctr"/>
                </a:tc>
                <a:extLst>
                  <a:ext uri="{0D108BD9-81ED-4DB2-BD59-A6C34878D82A}">
                    <a16:rowId xmlns:a16="http://schemas.microsoft.com/office/drawing/2014/main" val="10005"/>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mn-lt"/>
                        </a:rPr>
                        <a:t>G6</a:t>
                      </a:r>
                      <a:endParaRPr sz="1400" u="none" strike="noStrike" cap="none">
                        <a:latin typeface="+mn-lt"/>
                      </a:endParaRPr>
                    </a:p>
                  </a:txBody>
                  <a:tcPr marL="91450" marR="91450" marT="45725" marB="45725"/>
                </a:tc>
                <a:tc>
                  <a:txBody>
                    <a:bodyPr/>
                    <a:lstStyle/>
                    <a:p>
                      <a:pPr marL="0" marR="0" lvl="0" indent="0" algn="l">
                        <a:lnSpc>
                          <a:spcPct val="100000"/>
                        </a:lnSpc>
                        <a:spcBef>
                          <a:spcPts val="0"/>
                        </a:spcBef>
                        <a:spcAft>
                          <a:spcPts val="0"/>
                        </a:spcAft>
                        <a:buNone/>
                      </a:pPr>
                      <a:r>
                        <a:rPr lang="en-US" sz="1400" b="0" i="0" u="none" strike="noStrike" cap="none" noProof="0">
                          <a:solidFill>
                            <a:srgbClr val="000000"/>
                          </a:solidFill>
                          <a:latin typeface="+mn-lt"/>
                          <a:cs typeface="Arial"/>
                        </a:rPr>
                        <a:t> Chong Yu Hui (</a:t>
                      </a:r>
                      <a:r>
                        <a:rPr lang="en-US" sz="1400" b="0" i="0" u="none" strike="noStrike" cap="none" noProof="0">
                          <a:solidFill>
                            <a:srgbClr val="000000"/>
                          </a:solidFill>
                          <a:latin typeface="+mn-lt"/>
                          <a:cs typeface="Arial"/>
                          <a:hlinkClick r:id="rId8"/>
                        </a:rPr>
                        <a:t>yuhui.chong.2024@computing.smu.edu.sg</a:t>
                      </a:r>
                      <a:r>
                        <a:rPr lang="en-US" sz="1400" b="0" i="0" u="none" strike="noStrike" cap="none" noProof="0">
                          <a:solidFill>
                            <a:srgbClr val="000000"/>
                          </a:solidFill>
                          <a:latin typeface="+mn-lt"/>
                          <a:cs typeface="Arial"/>
                        </a:rPr>
                        <a:t>) </a:t>
                      </a:r>
                      <a:r>
                        <a:rPr lang="en-US" sz="1400" b="0" i="0" u="none" strike="noStrike" cap="none" noProof="0">
                          <a:solidFill>
                            <a:srgbClr val="000000"/>
                          </a:solidFill>
                        </a:rPr>
                        <a:t>@chilibanmian</a:t>
                      </a:r>
                      <a:endParaRPr lang="en-US" sz="1400" b="0" i="0" u="none" strike="noStrike" cap="none" noProof="0">
                        <a:solidFill>
                          <a:srgbClr val="000000"/>
                        </a:solidFill>
                        <a:latin typeface="+mn-lt"/>
                        <a:cs typeface="Arial"/>
                        <a:sym typeface="Arial"/>
                      </a:endParaRPr>
                    </a:p>
                  </a:txBody>
                  <a:tcPr marL="9525" marR="9525" marT="9525" marB="0" anchor="ctr"/>
                </a:tc>
                <a:extLst>
                  <a:ext uri="{0D108BD9-81ED-4DB2-BD59-A6C34878D82A}">
                    <a16:rowId xmlns:a16="http://schemas.microsoft.com/office/drawing/2014/main" val="1235312830"/>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mn-lt"/>
                        </a:rPr>
                        <a:t>G7</a:t>
                      </a:r>
                      <a:endParaRPr sz="1400" u="none" strike="noStrike" cap="none">
                        <a:latin typeface="+mn-lt"/>
                      </a:endParaRPr>
                    </a:p>
                  </a:txBody>
                  <a:tcPr marL="91450" marR="91450" marT="45725" marB="45725"/>
                </a:tc>
                <a:tc>
                  <a:txBody>
                    <a:bodyPr/>
                    <a:lstStyle/>
                    <a:p>
                      <a:pPr lvl="0" algn="l">
                        <a:buNone/>
                      </a:pPr>
                      <a:r>
                        <a:rPr lang="en-US" sz="1400" b="0" i="0" u="none" strike="noStrike" cap="none" noProof="0">
                          <a:solidFill>
                            <a:srgbClr val="000000"/>
                          </a:solidFill>
                          <a:latin typeface="+mn-lt"/>
                          <a:cs typeface="Arial"/>
                        </a:rPr>
                        <a:t> Brian Leong Jie Ren (</a:t>
                      </a:r>
                      <a:r>
                        <a:rPr lang="en-US" sz="1400" b="0" i="0" u="none" strike="noStrike" cap="none" noProof="0">
                          <a:solidFill>
                            <a:srgbClr val="000000"/>
                          </a:solidFill>
                          <a:latin typeface="+mn-lt"/>
                          <a:cs typeface="Arial"/>
                          <a:hlinkClick r:id="rId9"/>
                        </a:rPr>
                        <a:t>brian.leong.2024@computing.smu.edu.sg</a:t>
                      </a:r>
                      <a:r>
                        <a:rPr lang="en-US" sz="1400" b="0" i="0" u="none" strike="noStrike" cap="none" noProof="0">
                          <a:solidFill>
                            <a:srgbClr val="000000"/>
                          </a:solidFill>
                          <a:latin typeface="+mn-lt"/>
                          <a:cs typeface="Arial"/>
                        </a:rPr>
                        <a:t>) </a:t>
                      </a:r>
                      <a:r>
                        <a:rPr lang="en-US" sz="1400" b="0" i="0" u="none" strike="noStrike" cap="none" noProof="0">
                          <a:solidFill>
                            <a:srgbClr val="000000"/>
                          </a:solidFill>
                        </a:rPr>
                        <a:t>@bljrrr</a:t>
                      </a:r>
                      <a:endParaRPr lang="en-US" sz="1400" b="0" i="0" u="none" strike="noStrike" cap="none" noProof="0">
                        <a:solidFill>
                          <a:srgbClr val="000000"/>
                        </a:solidFill>
                        <a:latin typeface="+mn-lt"/>
                        <a:cs typeface="Arial"/>
                        <a:sym typeface="Arial"/>
                      </a:endParaRPr>
                    </a:p>
                  </a:txBody>
                  <a:tcPr marL="9525" marR="9525" marT="9525" marB="0" anchor="ctr"/>
                </a:tc>
                <a:extLst>
                  <a:ext uri="{0D108BD9-81ED-4DB2-BD59-A6C34878D82A}">
                    <a16:rowId xmlns:a16="http://schemas.microsoft.com/office/drawing/2014/main" val="4269328378"/>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mn-lt"/>
                        </a:rPr>
                        <a:t>G8</a:t>
                      </a:r>
                      <a:endParaRPr sz="1400" u="none" strike="noStrike" cap="none">
                        <a:latin typeface="+mn-lt"/>
                      </a:endParaRPr>
                    </a:p>
                  </a:txBody>
                  <a:tcPr marL="91450" marR="91450" marT="45725" marB="45725"/>
                </a:tc>
                <a:tc>
                  <a:txBody>
                    <a:bodyPr/>
                    <a:lstStyle/>
                    <a:p>
                      <a:pPr lvl="0" algn="l">
                        <a:buNone/>
                      </a:pPr>
                      <a:r>
                        <a:rPr lang="en-US" sz="1400" b="0" i="0" u="none" strike="noStrike" noProof="0"/>
                        <a:t> Swen Teo  (</a:t>
                      </a:r>
                      <a:r>
                        <a:rPr lang="en-GB" sz="1400" b="0" i="0" u="none" strike="noStrike" noProof="0">
                          <a:solidFill>
                            <a:srgbClr val="000000"/>
                          </a:solidFill>
                          <a:latin typeface="Arial"/>
                          <a:cs typeface="Arial"/>
                          <a:hlinkClick r:id="rId10"/>
                        </a:rPr>
                        <a:t>swen.teo.2024@computing.smu.edu.sg</a:t>
                      </a:r>
                      <a:r>
                        <a:rPr lang="en-US" sz="1400" b="0" i="0" u="none" strike="noStrike" noProof="0"/>
                        <a:t>)</a:t>
                      </a:r>
                      <a:endParaRPr lang="en-US"/>
                    </a:p>
                  </a:txBody>
                  <a:tcPr marL="9525" marR="9525" marT="9525" marB="0" anchor="ctr"/>
                </a:tc>
                <a:extLst>
                  <a:ext uri="{0D108BD9-81ED-4DB2-BD59-A6C34878D82A}">
                    <a16:rowId xmlns:a16="http://schemas.microsoft.com/office/drawing/2014/main" val="2203540640"/>
                  </a:ext>
                </a:extLst>
              </a:tr>
              <a:tr h="3160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mn-lt"/>
                        </a:rPr>
                        <a:t>G9</a:t>
                      </a:r>
                      <a:endParaRPr sz="1400" u="none" strike="noStrike" cap="none">
                        <a:latin typeface="+mn-lt"/>
                      </a:endParaRPr>
                    </a:p>
                  </a:txBody>
                  <a:tcPr marL="91450" marR="91450" marT="45725" marB="45725"/>
                </a:tc>
                <a:tc>
                  <a:txBody>
                    <a:bodyPr/>
                    <a:lstStyle/>
                    <a:p>
                      <a:pPr lvl="0" algn="l">
                        <a:buNone/>
                      </a:pPr>
                      <a:r>
                        <a:rPr lang="en-US" sz="1400" b="0" i="0" u="none" strike="noStrike" noProof="0"/>
                        <a:t> Ryan Ngui  (</a:t>
                      </a:r>
                      <a:r>
                        <a:rPr lang="en-US" sz="1400" b="0" i="0" u="none" strike="noStrike" noProof="0">
                          <a:latin typeface="Arial"/>
                          <a:cs typeface="Arial"/>
                          <a:hlinkClick r:id="rId11"/>
                        </a:rPr>
                        <a:t>ryan.ngui.2024@computing.smu.edu.sg</a:t>
                      </a:r>
                      <a:r>
                        <a:rPr lang="en-US" sz="1400" b="0" i="0" u="none" strike="noStrike" noProof="0"/>
                        <a:t>)</a:t>
                      </a:r>
                      <a:endParaRPr lang="en-US"/>
                    </a:p>
                  </a:txBody>
                  <a:tcPr marL="9525" marR="9525" marT="9525" marB="0" anchor="ctr"/>
                </a:tc>
                <a:extLst>
                  <a:ext uri="{0D108BD9-81ED-4DB2-BD59-A6C34878D82A}">
                    <a16:rowId xmlns:a16="http://schemas.microsoft.com/office/drawing/2014/main" val="3832657317"/>
                  </a:ext>
                </a:extLst>
              </a:tr>
              <a:tr h="315999">
                <a:tc>
                  <a:txBody>
                    <a:bodyPr/>
                    <a:lstStyle/>
                    <a:p>
                      <a:pPr marL="0" lvl="0" indent="0" algn="ctr">
                        <a:lnSpc>
                          <a:spcPct val="100000"/>
                        </a:lnSpc>
                        <a:spcBef>
                          <a:spcPts val="0"/>
                        </a:spcBef>
                        <a:spcAft>
                          <a:spcPts val="0"/>
                        </a:spcAft>
                        <a:buNone/>
                      </a:pPr>
                      <a:r>
                        <a:rPr lang="en-US" sz="1400" u="none" strike="noStrike" cap="none">
                          <a:latin typeface="+mn-lt"/>
                        </a:rPr>
                        <a:t>G10</a:t>
                      </a:r>
                      <a:endParaRPr sz="1400" u="none" strike="noStrike" cap="none">
                        <a:latin typeface="+mn-lt"/>
                      </a:endParaRPr>
                    </a:p>
                  </a:txBody>
                  <a:tcPr marL="91450" marR="91450" marT="45724" marB="45724"/>
                </a:tc>
                <a:tc>
                  <a:txBody>
                    <a:bodyPr/>
                    <a:lstStyle/>
                    <a:p>
                      <a:pPr lvl="0" algn="l">
                        <a:buNone/>
                      </a:pPr>
                      <a:r>
                        <a:rPr lang="en-US" sz="1400" b="0" i="0" u="none" strike="noStrike" noProof="0"/>
                        <a:t> Bryan Yap  (</a:t>
                      </a:r>
                      <a:r>
                        <a:rPr lang="en-US" sz="1400" b="0" i="0" u="none" strike="noStrike" noProof="0">
                          <a:latin typeface="Arial"/>
                          <a:cs typeface="Arial"/>
                          <a:hlinkClick r:id="rId12"/>
                        </a:rPr>
                        <a:t>bryan.yap.2024@computing.smu.edu.sg</a:t>
                      </a:r>
                      <a:r>
                        <a:rPr lang="en-US" sz="1400" b="0" i="0" u="none" strike="noStrike" noProof="0"/>
                        <a:t>)</a:t>
                      </a:r>
                      <a:endParaRPr lang="en-US"/>
                    </a:p>
                  </a:txBody>
                  <a:tcPr marL="9524" marR="9524" marT="9524" marB="0" anchor="ctr"/>
                </a:tc>
                <a:extLst>
                  <a:ext uri="{0D108BD9-81ED-4DB2-BD59-A6C34878D82A}">
                    <a16:rowId xmlns:a16="http://schemas.microsoft.com/office/drawing/2014/main" val="3653106158"/>
                  </a:ext>
                </a:extLst>
              </a:tr>
              <a:tr h="315999">
                <a:tc>
                  <a:txBody>
                    <a:bodyPr/>
                    <a:lstStyle/>
                    <a:p>
                      <a:pPr marL="0" lvl="0" indent="0" algn="ctr">
                        <a:lnSpc>
                          <a:spcPct val="100000"/>
                        </a:lnSpc>
                        <a:spcBef>
                          <a:spcPts val="0"/>
                        </a:spcBef>
                        <a:spcAft>
                          <a:spcPts val="0"/>
                        </a:spcAft>
                        <a:buNone/>
                      </a:pPr>
                      <a:r>
                        <a:rPr lang="en-US" sz="1400" u="none" strike="noStrike" cap="none">
                          <a:latin typeface="+mn-lt"/>
                        </a:rPr>
                        <a:t>G11</a:t>
                      </a:r>
                      <a:endParaRPr sz="1400" u="none" strike="noStrike" cap="none">
                        <a:latin typeface="+mn-lt"/>
                      </a:endParaRPr>
                    </a:p>
                  </a:txBody>
                  <a:tcPr marL="91450" marR="91450" marT="45724" marB="45724"/>
                </a:tc>
                <a:tc>
                  <a:txBody>
                    <a:bodyPr/>
                    <a:lstStyle/>
                    <a:p>
                      <a:pPr lvl="0" algn="l">
                        <a:lnSpc>
                          <a:spcPct val="100000"/>
                        </a:lnSpc>
                        <a:spcBef>
                          <a:spcPts val="0"/>
                        </a:spcBef>
                        <a:spcAft>
                          <a:spcPts val="0"/>
                        </a:spcAft>
                        <a:buNone/>
                      </a:pPr>
                      <a:r>
                        <a:rPr lang="en-US" sz="1400" b="0" i="0" u="none" strike="noStrike" noProof="0">
                          <a:solidFill>
                            <a:srgbClr val="000000"/>
                          </a:solidFill>
                        </a:rPr>
                        <a:t>Jereme TAN Jing Min (</a:t>
                      </a:r>
                      <a:r>
                        <a:rPr lang="en-US" sz="1400" b="0" i="0" u="none" strike="noStrike" noProof="0">
                          <a:solidFill>
                            <a:srgbClr val="000000"/>
                          </a:solidFill>
                          <a:hlinkClick r:id="rId13"/>
                        </a:rPr>
                        <a:t>jereme.tan.2024@computing.smu.edu.sg</a:t>
                      </a:r>
                      <a:r>
                        <a:rPr lang="en-US" sz="1400" b="0" i="0" u="none" strike="noStrike" noProof="0">
                          <a:solidFill>
                            <a:srgbClr val="000000"/>
                          </a:solidFill>
                        </a:rPr>
                        <a:t>)</a:t>
                      </a:r>
                    </a:p>
                    <a:p>
                      <a:pPr lvl="0" algn="l">
                        <a:lnSpc>
                          <a:spcPct val="100000"/>
                        </a:lnSpc>
                        <a:spcBef>
                          <a:spcPts val="0"/>
                        </a:spcBef>
                        <a:spcAft>
                          <a:spcPts val="0"/>
                        </a:spcAft>
                        <a:buNone/>
                      </a:pPr>
                      <a:r>
                        <a:rPr lang="en-SG" sz="1400" b="0" i="0" u="none" strike="noStrike" cap="none">
                          <a:solidFill>
                            <a:srgbClr val="000000"/>
                          </a:solidFill>
                          <a:effectLst/>
                          <a:latin typeface="Arial"/>
                          <a:ea typeface="Arial"/>
                          <a:cs typeface="Arial"/>
                          <a:sym typeface="Arial"/>
                        </a:rPr>
                        <a:t>Nicholas LO Eng Hoe (</a:t>
                      </a:r>
                      <a:r>
                        <a:rPr lang="en-SG" sz="1400" b="0" i="0" u="sng" strike="noStrike" cap="none">
                          <a:solidFill>
                            <a:srgbClr val="000000"/>
                          </a:solidFill>
                          <a:effectLst/>
                          <a:latin typeface="Arial"/>
                          <a:ea typeface="Arial"/>
                          <a:cs typeface="Arial"/>
                          <a:sym typeface="Arial"/>
                          <a:hlinkClick r:id="rId14"/>
                        </a:rPr>
                        <a:t>nicholas.lo.2024@computing.smu.edu.sg</a:t>
                      </a:r>
                      <a:r>
                        <a:rPr lang="en-SG" sz="1400" b="0" i="0" u="none" strike="noStrike" cap="none">
                          <a:solidFill>
                            <a:srgbClr val="000000"/>
                          </a:solidFill>
                          <a:effectLst/>
                          <a:latin typeface="Arial"/>
                          <a:ea typeface="Arial"/>
                          <a:cs typeface="Arial"/>
                          <a:sym typeface="Arial"/>
                        </a:rPr>
                        <a:t>)</a:t>
                      </a:r>
                      <a:endParaRPr lang="en-US"/>
                    </a:p>
                  </a:txBody>
                  <a:tcPr marL="9524" marR="9524" marT="9524" marB="0" anchor="ctr"/>
                </a:tc>
                <a:extLst>
                  <a:ext uri="{0D108BD9-81ED-4DB2-BD59-A6C34878D82A}">
                    <a16:rowId xmlns:a16="http://schemas.microsoft.com/office/drawing/2014/main" val="2780411170"/>
                  </a:ext>
                </a:extLst>
              </a:tr>
            </a:tbl>
          </a:graphicData>
        </a:graphic>
      </p:graphicFrame>
    </p:spTree>
    <p:extLst>
      <p:ext uri="{BB962C8B-B14F-4D97-AF65-F5344CB8AC3E}">
        <p14:creationId xmlns:p14="http://schemas.microsoft.com/office/powerpoint/2010/main" val="945535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rgbClr val="000000"/>
              </a:buClr>
              <a:buSzPts val="1100"/>
              <a:buFont typeface="Arial"/>
              <a:buNone/>
            </a:pPr>
            <a:r>
              <a:rPr lang="en"/>
              <a:t>Overview</a:t>
            </a:r>
            <a:endParaRPr/>
          </a:p>
        </p:txBody>
      </p:sp>
      <p:sp>
        <p:nvSpPr>
          <p:cNvPr id="116" name="Google Shape;116;p4"/>
          <p:cNvSpPr/>
          <p:nvPr/>
        </p:nvSpPr>
        <p:spPr>
          <a:xfrm>
            <a:off x="680000" y="1304550"/>
            <a:ext cx="3585600" cy="63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lnSpc>
                <a:spcPct val="114999"/>
              </a:lnSpc>
            </a:pPr>
            <a:r>
              <a:rPr lang="en"/>
              <a:t>Computational Thinking &amp;</a:t>
            </a:r>
            <a:r>
              <a:rPr lang="en" b="0" i="0" u="none" strike="noStrike" cap="none">
                <a:sym typeface="Arial"/>
              </a:rPr>
              <a:t> Programming</a:t>
            </a:r>
            <a:endParaRPr lang="en-US"/>
          </a:p>
        </p:txBody>
      </p:sp>
      <p:sp>
        <p:nvSpPr>
          <p:cNvPr id="117" name="Google Shape;117;p4"/>
          <p:cNvSpPr/>
          <p:nvPr/>
        </p:nvSpPr>
        <p:spPr>
          <a:xfrm>
            <a:off x="4842750" y="1304550"/>
            <a:ext cx="3585600" cy="630600"/>
          </a:xfrm>
          <a:prstGeom prst="flowChartAlternateProcess">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buSzPts val="1400"/>
            </a:pPr>
            <a:r>
              <a:rPr lang="en" sz="1400" b="0" i="0" u="none" strike="noStrike" cap="none">
                <a:solidFill>
                  <a:srgbClr val="000000"/>
                </a:solidFill>
                <a:latin typeface="Arial"/>
                <a:ea typeface="Arial"/>
                <a:cs typeface="Arial"/>
                <a:sym typeface="Arial"/>
              </a:rPr>
              <a:t>Basic Programming</a:t>
            </a:r>
            <a:r>
              <a:rPr lang="en"/>
              <a:t> &amp; Logics</a:t>
            </a:r>
            <a:endParaRPr sz="1400" b="0" i="0" u="none" strike="noStrike" cap="none">
              <a:solidFill>
                <a:srgbClr val="000000"/>
              </a:solidFill>
              <a:latin typeface="Arial"/>
              <a:ea typeface="Arial"/>
              <a:cs typeface="Arial"/>
              <a:sym typeface="Arial"/>
            </a:endParaRPr>
          </a:p>
        </p:txBody>
      </p:sp>
      <p:sp>
        <p:nvSpPr>
          <p:cNvPr id="118" name="Google Shape;118;p4"/>
          <p:cNvSpPr/>
          <p:nvPr/>
        </p:nvSpPr>
        <p:spPr>
          <a:xfrm>
            <a:off x="680000" y="2147325"/>
            <a:ext cx="3585600" cy="63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Arial"/>
                <a:ea typeface="Arial"/>
                <a:cs typeface="Arial"/>
                <a:sym typeface="Arial"/>
              </a:rPr>
              <a:t>Web Application Development</a:t>
            </a:r>
            <a:endParaRPr sz="1400" b="0" i="0" u="none" strike="noStrike" cap="none">
              <a:solidFill>
                <a:srgbClr val="000000"/>
              </a:solidFill>
              <a:latin typeface="Arial"/>
              <a:ea typeface="Arial"/>
              <a:cs typeface="Arial"/>
              <a:sym typeface="Arial"/>
            </a:endParaRPr>
          </a:p>
        </p:txBody>
      </p:sp>
      <p:sp>
        <p:nvSpPr>
          <p:cNvPr id="119" name="Google Shape;119;p4"/>
          <p:cNvSpPr/>
          <p:nvPr/>
        </p:nvSpPr>
        <p:spPr>
          <a:xfrm>
            <a:off x="4842750" y="2147325"/>
            <a:ext cx="3585600" cy="630600"/>
          </a:xfrm>
          <a:prstGeom prst="flowChartAlternateProcess">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lnSpc>
                <a:spcPct val="115000"/>
              </a:lnSpc>
              <a:buSzPts val="1400"/>
            </a:pPr>
            <a:r>
              <a:rPr lang="en" sz="1400" b="0" i="0" u="none" strike="noStrike" cap="none">
                <a:solidFill>
                  <a:schemeClr val="dk1"/>
                </a:solidFill>
                <a:latin typeface="Arial"/>
                <a:ea typeface="Arial"/>
                <a:cs typeface="Arial"/>
                <a:sym typeface="Arial"/>
              </a:rPr>
              <a:t>Web Programming </a:t>
            </a:r>
            <a:r>
              <a:rPr lang="en">
                <a:solidFill>
                  <a:schemeClr val="dk1"/>
                </a:solidFill>
              </a:rPr>
              <a:t>&amp; Problem Solving </a:t>
            </a:r>
            <a:endParaRPr sz="1400" b="0" i="0" u="none" strike="noStrike" cap="none">
              <a:solidFill>
                <a:schemeClr val="dk1"/>
              </a:solidFill>
              <a:latin typeface="Arial"/>
              <a:ea typeface="Arial"/>
              <a:cs typeface="Arial"/>
              <a:sym typeface="Arial"/>
            </a:endParaRPr>
          </a:p>
          <a:p>
            <a:pPr marL="0" marR="0" lvl="0" indent="0" algn="ctr"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Arial"/>
                <a:ea typeface="Arial"/>
                <a:cs typeface="Arial"/>
                <a:sym typeface="Arial"/>
              </a:rPr>
              <a:t>(backend + simple frontend)</a:t>
            </a:r>
            <a:endParaRPr sz="1400" b="0" i="0" u="none" strike="noStrike" cap="none">
              <a:solidFill>
                <a:schemeClr val="dk1"/>
              </a:solidFill>
              <a:latin typeface="Arial"/>
              <a:ea typeface="Arial"/>
              <a:cs typeface="Arial"/>
              <a:sym typeface="Arial"/>
            </a:endParaRPr>
          </a:p>
        </p:txBody>
      </p:sp>
      <p:sp>
        <p:nvSpPr>
          <p:cNvPr id="120" name="Google Shape;120;p4"/>
          <p:cNvSpPr/>
          <p:nvPr/>
        </p:nvSpPr>
        <p:spPr>
          <a:xfrm>
            <a:off x="680000" y="2990100"/>
            <a:ext cx="3585600" cy="63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 sz="1400" b="1" i="0" u="none" strike="noStrike" cap="none">
                <a:solidFill>
                  <a:schemeClr val="dk1"/>
                </a:solidFill>
                <a:latin typeface="Arial"/>
                <a:ea typeface="Arial"/>
                <a:cs typeface="Arial"/>
                <a:sym typeface="Arial"/>
              </a:rPr>
              <a:t>Web Application Development II</a:t>
            </a:r>
            <a:endParaRPr sz="1400" b="1" i="0" u="none" strike="noStrike" cap="none">
              <a:solidFill>
                <a:srgbClr val="000000"/>
              </a:solidFill>
              <a:latin typeface="Arial"/>
              <a:ea typeface="Arial"/>
              <a:cs typeface="Arial"/>
              <a:sym typeface="Arial"/>
            </a:endParaRPr>
          </a:p>
        </p:txBody>
      </p:sp>
      <p:sp>
        <p:nvSpPr>
          <p:cNvPr id="121" name="Google Shape;121;p4"/>
          <p:cNvSpPr/>
          <p:nvPr/>
        </p:nvSpPr>
        <p:spPr>
          <a:xfrm>
            <a:off x="4842750" y="2990100"/>
            <a:ext cx="3585600" cy="630600"/>
          </a:xfrm>
          <a:prstGeom prst="flowChartAlternateProcess">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lnSpc>
                <a:spcPct val="115000"/>
              </a:lnSpc>
              <a:buSzPts val="1400"/>
            </a:pPr>
            <a:r>
              <a:rPr lang="en" sz="1400" b="1" i="0" u="none" strike="noStrike" cap="none">
                <a:solidFill>
                  <a:schemeClr val="dk1"/>
                </a:solidFill>
                <a:latin typeface="Arial"/>
                <a:ea typeface="Arial"/>
                <a:cs typeface="Arial"/>
                <a:sym typeface="Arial"/>
              </a:rPr>
              <a:t>Web Programming</a:t>
            </a:r>
            <a:r>
              <a:rPr lang="en" b="1">
                <a:solidFill>
                  <a:schemeClr val="dk1"/>
                </a:solidFill>
              </a:rPr>
              <a:t> &amp; Problem Solving</a:t>
            </a:r>
            <a:endParaRPr sz="1400" b="1" i="0" u="none" strike="noStrike" cap="none">
              <a:solidFill>
                <a:schemeClr val="dk1"/>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1400"/>
              <a:buFont typeface="Arial"/>
              <a:buNone/>
            </a:pPr>
            <a:r>
              <a:rPr lang="en" sz="1400" b="1" i="0" u="none" strike="noStrike" cap="none">
                <a:solidFill>
                  <a:schemeClr val="dk1"/>
                </a:solidFill>
                <a:latin typeface="Arial"/>
                <a:ea typeface="Arial"/>
                <a:cs typeface="Arial"/>
                <a:sym typeface="Arial"/>
              </a:rPr>
              <a:t>(frontend)</a:t>
            </a:r>
            <a:endParaRPr lang="en-SG" sz="1400" b="1" i="0" u="none" strike="noStrike" cap="none">
              <a:solidFill>
                <a:schemeClr val="dk1"/>
              </a:solidFill>
              <a:latin typeface="Arial"/>
              <a:ea typeface="Arial"/>
              <a:cs typeface="Arial"/>
              <a:sym typeface="Arial"/>
            </a:endParaRPr>
          </a:p>
        </p:txBody>
      </p:sp>
      <p:sp>
        <p:nvSpPr>
          <p:cNvPr id="122" name="Google Shape;122;p4"/>
          <p:cNvSpPr/>
          <p:nvPr/>
        </p:nvSpPr>
        <p:spPr>
          <a:xfrm>
            <a:off x="680000" y="3832875"/>
            <a:ext cx="3585600" cy="796998"/>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Arial"/>
                <a:ea typeface="Arial"/>
                <a:cs typeface="Arial"/>
                <a:sym typeface="Arial"/>
              </a:rPr>
              <a:t>Software Project Management or Collaborative Software Development or IT Software Architecture</a:t>
            </a:r>
            <a:endParaRPr sz="1400" b="0" i="1" u="none" strike="noStrike" cap="none">
              <a:solidFill>
                <a:srgbClr val="000000"/>
              </a:solidFill>
              <a:latin typeface="Arial"/>
              <a:ea typeface="Arial"/>
              <a:cs typeface="Arial"/>
              <a:sym typeface="Arial"/>
            </a:endParaRPr>
          </a:p>
        </p:txBody>
      </p:sp>
      <p:sp>
        <p:nvSpPr>
          <p:cNvPr id="123" name="Google Shape;123;p4"/>
          <p:cNvSpPr/>
          <p:nvPr/>
        </p:nvSpPr>
        <p:spPr>
          <a:xfrm>
            <a:off x="4842750" y="3913899"/>
            <a:ext cx="3585600" cy="630600"/>
          </a:xfrm>
          <a:prstGeom prst="flowChartAlternateProcess">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
                <a:solidFill>
                  <a:schemeClr val="dk1"/>
                </a:solidFill>
              </a:rPr>
              <a:t>Managing</a:t>
            </a:r>
            <a:r>
              <a:rPr lang="en" sz="1400" b="0" i="0" u="none" strike="noStrike" cap="none">
                <a:solidFill>
                  <a:schemeClr val="dk1"/>
                </a:solidFill>
                <a:latin typeface="Arial"/>
                <a:ea typeface="Arial"/>
                <a:cs typeface="Arial"/>
                <a:sym typeface="Arial"/>
              </a:rPr>
              <a:t> Software Projects </a:t>
            </a:r>
            <a:endParaRPr sz="1400" b="1" i="1" u="none" strike="noStrike" cap="none">
              <a:solidFill>
                <a:srgbClr val="000000"/>
              </a:solidFill>
              <a:latin typeface="Arial"/>
              <a:ea typeface="Arial"/>
              <a:cs typeface="Arial"/>
              <a:sym typeface="Arial"/>
            </a:endParaRPr>
          </a:p>
        </p:txBody>
      </p:sp>
      <p:cxnSp>
        <p:nvCxnSpPr>
          <p:cNvPr id="124" name="Google Shape;124;p4"/>
          <p:cNvCxnSpPr>
            <a:stCxn id="116" idx="3"/>
            <a:endCxn id="117" idx="1"/>
          </p:cNvCxnSpPr>
          <p:nvPr/>
        </p:nvCxnSpPr>
        <p:spPr>
          <a:xfrm>
            <a:off x="4265600" y="1619850"/>
            <a:ext cx="577200" cy="0"/>
          </a:xfrm>
          <a:prstGeom prst="straightConnector1">
            <a:avLst/>
          </a:prstGeom>
          <a:noFill/>
          <a:ln w="28575" cap="flat" cmpd="sng">
            <a:solidFill>
              <a:schemeClr val="dk2"/>
            </a:solidFill>
            <a:prstDash val="solid"/>
            <a:round/>
            <a:headEnd type="triangle" w="med" len="med"/>
            <a:tailEnd type="triangle" w="med" len="med"/>
          </a:ln>
        </p:spPr>
      </p:cxnSp>
      <p:cxnSp>
        <p:nvCxnSpPr>
          <p:cNvPr id="125" name="Google Shape;125;p4"/>
          <p:cNvCxnSpPr>
            <a:stCxn id="118" idx="3"/>
            <a:endCxn id="119" idx="1"/>
          </p:cNvCxnSpPr>
          <p:nvPr/>
        </p:nvCxnSpPr>
        <p:spPr>
          <a:xfrm>
            <a:off x="4265600" y="2462625"/>
            <a:ext cx="577200" cy="0"/>
          </a:xfrm>
          <a:prstGeom prst="straightConnector1">
            <a:avLst/>
          </a:prstGeom>
          <a:noFill/>
          <a:ln w="28575" cap="flat" cmpd="sng">
            <a:solidFill>
              <a:schemeClr val="dk2"/>
            </a:solidFill>
            <a:prstDash val="solid"/>
            <a:round/>
            <a:headEnd type="triangle" w="med" len="med"/>
            <a:tailEnd type="triangle" w="med" len="med"/>
          </a:ln>
        </p:spPr>
      </p:cxnSp>
      <p:cxnSp>
        <p:nvCxnSpPr>
          <p:cNvPr id="126" name="Google Shape;126;p4"/>
          <p:cNvCxnSpPr>
            <a:stCxn id="120" idx="3"/>
            <a:endCxn id="121" idx="1"/>
          </p:cNvCxnSpPr>
          <p:nvPr/>
        </p:nvCxnSpPr>
        <p:spPr>
          <a:xfrm>
            <a:off x="4265600" y="3305400"/>
            <a:ext cx="577200" cy="0"/>
          </a:xfrm>
          <a:prstGeom prst="straightConnector1">
            <a:avLst/>
          </a:prstGeom>
          <a:noFill/>
          <a:ln w="28575" cap="flat" cmpd="sng">
            <a:solidFill>
              <a:schemeClr val="dk2"/>
            </a:solidFill>
            <a:prstDash val="solid"/>
            <a:round/>
            <a:headEnd type="triangle" w="med" len="med"/>
            <a:tailEnd type="triangle" w="med" len="med"/>
          </a:ln>
        </p:spPr>
      </p:cxnSp>
      <p:cxnSp>
        <p:nvCxnSpPr>
          <p:cNvPr id="127" name="Google Shape;127;p4"/>
          <p:cNvCxnSpPr>
            <a:cxnSpLocks/>
            <a:stCxn id="122" idx="3"/>
            <a:endCxn id="123" idx="1"/>
          </p:cNvCxnSpPr>
          <p:nvPr/>
        </p:nvCxnSpPr>
        <p:spPr>
          <a:xfrm flipV="1">
            <a:off x="4265600" y="4229199"/>
            <a:ext cx="577150" cy="2175"/>
          </a:xfrm>
          <a:prstGeom prst="straightConnector1">
            <a:avLst/>
          </a:prstGeom>
          <a:noFill/>
          <a:ln w="28575" cap="flat" cmpd="sng">
            <a:solidFill>
              <a:schemeClr val="dk2"/>
            </a:solidFill>
            <a:prstDash val="solid"/>
            <a:round/>
            <a:headEnd type="triangle" w="med" len="med"/>
            <a:tailEnd type="triangle" w="med" len="med"/>
          </a:ln>
        </p:spPr>
      </p:cxnSp>
      <p:sp>
        <p:nvSpPr>
          <p:cNvPr id="128" name="Google Shape;128;p4"/>
          <p:cNvSpPr txBox="1">
            <a:spLocks noGrp="1"/>
          </p:cNvSpPr>
          <p:nvPr>
            <p:ph type="sldNum" idx="12"/>
          </p:nvPr>
        </p:nvSpPr>
        <p:spPr>
          <a:xfrm>
            <a:off x="8472458" y="44346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Course Objectives</a:t>
            </a:r>
            <a:endParaRPr/>
          </a:p>
        </p:txBody>
      </p:sp>
      <p:sp>
        <p:nvSpPr>
          <p:cNvPr id="134" name="Google Shape;134;p5"/>
          <p:cNvSpPr txBox="1">
            <a:spLocks noGrp="1"/>
          </p:cNvSpPr>
          <p:nvPr>
            <p:ph type="body" idx="1"/>
          </p:nvPr>
        </p:nvSpPr>
        <p:spPr>
          <a:xfrm>
            <a:off x="311700" y="1225224"/>
            <a:ext cx="3999900" cy="374682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Concepts</a:t>
            </a:r>
            <a:endParaRPr b="1"/>
          </a:p>
          <a:p>
            <a:pPr marL="0" lvl="0" indent="0" algn="l" rtl="0">
              <a:lnSpc>
                <a:spcPct val="115000"/>
              </a:lnSpc>
              <a:spcBef>
                <a:spcPts val="1600"/>
              </a:spcBef>
              <a:spcAft>
                <a:spcPts val="0"/>
              </a:spcAft>
              <a:buSzPts val="1400"/>
              <a:buNone/>
            </a:pPr>
            <a:r>
              <a:rPr lang="en"/>
              <a:t>Styling </a:t>
            </a:r>
            <a:endParaRPr/>
          </a:p>
          <a:p>
            <a:pPr marL="0" lvl="0" indent="0" algn="l" rtl="0">
              <a:lnSpc>
                <a:spcPct val="115000"/>
              </a:lnSpc>
              <a:spcBef>
                <a:spcPts val="1600"/>
              </a:spcBef>
              <a:spcAft>
                <a:spcPts val="0"/>
              </a:spcAft>
              <a:buSzPts val="1400"/>
              <a:buNone/>
            </a:pPr>
            <a:r>
              <a:rPr lang="en"/>
              <a:t>Building responsive, interactive Web pages</a:t>
            </a:r>
            <a:endParaRPr/>
          </a:p>
          <a:p>
            <a:pPr marL="0" lvl="0" indent="0" algn="l" rtl="0">
              <a:lnSpc>
                <a:spcPct val="115000"/>
              </a:lnSpc>
              <a:spcBef>
                <a:spcPts val="1600"/>
              </a:spcBef>
              <a:spcAft>
                <a:spcPts val="0"/>
              </a:spcAft>
              <a:buClr>
                <a:schemeClr val="dk1"/>
              </a:buClr>
              <a:buSzPts val="1100"/>
              <a:buFont typeface="Arial"/>
              <a:buNone/>
            </a:pPr>
            <a:r>
              <a:rPr lang="en"/>
              <a:t>Client-side programming</a:t>
            </a:r>
            <a:endParaRPr/>
          </a:p>
          <a:p>
            <a:pPr marL="0" lvl="0" indent="0" algn="l" rtl="0">
              <a:lnSpc>
                <a:spcPct val="115000"/>
              </a:lnSpc>
              <a:spcBef>
                <a:spcPts val="1600"/>
              </a:spcBef>
              <a:spcAft>
                <a:spcPts val="0"/>
              </a:spcAft>
              <a:buClr>
                <a:schemeClr val="dk1"/>
              </a:buClr>
              <a:buSzPts val="1100"/>
              <a:buFont typeface="Arial"/>
              <a:buNone/>
            </a:pPr>
            <a:r>
              <a:rPr lang="en"/>
              <a:t>Interaction with DOM</a:t>
            </a:r>
            <a:endParaRPr/>
          </a:p>
          <a:p>
            <a:pPr marL="0" lvl="0" indent="0" algn="l" rtl="0">
              <a:lnSpc>
                <a:spcPct val="115000"/>
              </a:lnSpc>
              <a:spcBef>
                <a:spcPts val="1600"/>
              </a:spcBef>
              <a:spcAft>
                <a:spcPts val="0"/>
              </a:spcAft>
              <a:buClr>
                <a:schemeClr val="dk1"/>
              </a:buClr>
              <a:buSzPts val="1100"/>
              <a:buFont typeface="Arial"/>
              <a:buNone/>
            </a:pPr>
            <a:r>
              <a:rPr lang="en"/>
              <a:t>Event Handling</a:t>
            </a:r>
            <a:endParaRPr/>
          </a:p>
          <a:p>
            <a:pPr marL="0" lvl="0" indent="0" algn="l" rtl="0">
              <a:lnSpc>
                <a:spcPct val="115000"/>
              </a:lnSpc>
              <a:spcBef>
                <a:spcPts val="1600"/>
              </a:spcBef>
              <a:spcAft>
                <a:spcPts val="0"/>
              </a:spcAft>
              <a:buSzPts val="1400"/>
              <a:buNone/>
            </a:pPr>
            <a:r>
              <a:rPr lang="en"/>
              <a:t>Using APIs and frameworks</a:t>
            </a:r>
            <a:endParaRPr/>
          </a:p>
          <a:p>
            <a:pPr marL="0" lvl="0" indent="0" algn="l" rtl="0">
              <a:lnSpc>
                <a:spcPct val="115000"/>
              </a:lnSpc>
              <a:spcBef>
                <a:spcPts val="1600"/>
              </a:spcBef>
              <a:spcAft>
                <a:spcPts val="1600"/>
              </a:spcAft>
              <a:buSzPts val="1400"/>
              <a:buNone/>
            </a:pPr>
            <a:r>
              <a:rPr lang="en"/>
              <a:t>Problem analysis and solving</a:t>
            </a:r>
            <a:endParaRPr/>
          </a:p>
        </p:txBody>
      </p:sp>
      <p:sp>
        <p:nvSpPr>
          <p:cNvPr id="135" name="Google Shape;135;p5"/>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Meat</a:t>
            </a:r>
            <a:endParaRPr b="1"/>
          </a:p>
          <a:p>
            <a:pPr marL="0" lvl="0" indent="0" algn="l" rtl="0">
              <a:lnSpc>
                <a:spcPct val="115000"/>
              </a:lnSpc>
              <a:spcBef>
                <a:spcPts val="1600"/>
              </a:spcBef>
              <a:spcAft>
                <a:spcPts val="0"/>
              </a:spcAft>
              <a:buSzPts val="1400"/>
              <a:buNone/>
            </a:pPr>
            <a:r>
              <a:rPr lang="en"/>
              <a:t>HTML</a:t>
            </a:r>
            <a:endParaRPr/>
          </a:p>
          <a:p>
            <a:pPr marL="0" lvl="0" indent="0" algn="l" rtl="0">
              <a:lnSpc>
                <a:spcPct val="115000"/>
              </a:lnSpc>
              <a:spcBef>
                <a:spcPts val="1600"/>
              </a:spcBef>
              <a:spcAft>
                <a:spcPts val="0"/>
              </a:spcAft>
              <a:buSzPts val="1400"/>
              <a:buNone/>
            </a:pPr>
            <a:r>
              <a:rPr lang="en"/>
              <a:t>CSS</a:t>
            </a:r>
            <a:endParaRPr/>
          </a:p>
          <a:p>
            <a:pPr marL="0" indent="0">
              <a:spcBef>
                <a:spcPts val="1600"/>
              </a:spcBef>
              <a:buNone/>
            </a:pPr>
            <a:r>
              <a:rPr lang="en"/>
              <a:t>JavaScript </a:t>
            </a:r>
            <a:endParaRPr/>
          </a:p>
          <a:p>
            <a:pPr marL="0" lvl="0" indent="0" algn="l" rtl="0">
              <a:lnSpc>
                <a:spcPct val="115000"/>
              </a:lnSpc>
              <a:spcBef>
                <a:spcPts val="1600"/>
              </a:spcBef>
              <a:spcAft>
                <a:spcPts val="0"/>
              </a:spcAft>
              <a:buSzPts val="1400"/>
              <a:buNone/>
            </a:pPr>
            <a:r>
              <a:rPr lang="en"/>
              <a:t>DOM</a:t>
            </a:r>
            <a:endParaRPr/>
          </a:p>
          <a:p>
            <a:pPr marL="0" lvl="0" indent="0" algn="l" rtl="0">
              <a:lnSpc>
                <a:spcPct val="115000"/>
              </a:lnSpc>
              <a:spcBef>
                <a:spcPts val="1600"/>
              </a:spcBef>
              <a:spcAft>
                <a:spcPts val="0"/>
              </a:spcAft>
              <a:buSzPts val="1400"/>
              <a:buNone/>
            </a:pPr>
            <a:r>
              <a:rPr lang="en"/>
              <a:t>Bootstrap</a:t>
            </a:r>
            <a:endParaRPr/>
          </a:p>
          <a:p>
            <a:pPr marL="0" lvl="0" indent="0" algn="l" rtl="0">
              <a:lnSpc>
                <a:spcPct val="115000"/>
              </a:lnSpc>
              <a:spcBef>
                <a:spcPts val="1600"/>
              </a:spcBef>
              <a:spcAft>
                <a:spcPts val="1600"/>
              </a:spcAft>
              <a:buSzPts val="1400"/>
              <a:buNone/>
            </a:pPr>
            <a:r>
              <a:rPr lang="en"/>
              <a:t>Vue.js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Learning Outcomes</a:t>
            </a:r>
            <a:endParaRPr/>
          </a:p>
        </p:txBody>
      </p:sp>
      <p:sp>
        <p:nvSpPr>
          <p:cNvPr id="141" name="Google Shape;141;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What are the program learning outcomes?</a:t>
            </a:r>
            <a:endParaRPr b="1"/>
          </a:p>
          <a:p>
            <a:pPr marL="0" lvl="0" indent="0" algn="l" rtl="0">
              <a:lnSpc>
                <a:spcPct val="115000"/>
              </a:lnSpc>
              <a:spcBef>
                <a:spcPts val="1600"/>
              </a:spcBef>
              <a:spcAft>
                <a:spcPts val="0"/>
              </a:spcAft>
              <a:buSzPts val="1400"/>
              <a:buNone/>
            </a:pPr>
            <a:r>
              <a:rPr lang="en" u="sng">
                <a:solidFill>
                  <a:schemeClr val="hlink"/>
                </a:solidFill>
                <a:hlinkClick r:id="rId3"/>
              </a:rPr>
              <a:t>https://scis.smu.edu.sg/bsc-information-systems/majors/information-systems</a:t>
            </a:r>
            <a:endParaRPr/>
          </a:p>
          <a:p>
            <a:pPr marL="0" lvl="0" indent="0" algn="l" rtl="0">
              <a:lnSpc>
                <a:spcPct val="115000"/>
              </a:lnSpc>
              <a:spcBef>
                <a:spcPts val="1600"/>
              </a:spcBef>
              <a:spcAft>
                <a:spcPts val="0"/>
              </a:spcAft>
              <a:buSzPts val="1400"/>
              <a:buNone/>
            </a:pPr>
            <a:endParaRPr/>
          </a:p>
          <a:p>
            <a:pPr marL="0" lvl="0" indent="0" algn="l" rtl="0">
              <a:lnSpc>
                <a:spcPct val="115000"/>
              </a:lnSpc>
              <a:spcBef>
                <a:spcPts val="1600"/>
              </a:spcBef>
              <a:spcAft>
                <a:spcPts val="1600"/>
              </a:spcAft>
              <a:buSzPts val="1400"/>
              <a:buNone/>
            </a:pPr>
            <a:endParaRPr/>
          </a:p>
        </p:txBody>
      </p:sp>
      <p:sp>
        <p:nvSpPr>
          <p:cNvPr id="142" name="Google Shape;142;p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Course design document and course learning outcomes</a:t>
            </a:r>
            <a:endParaRPr b="1"/>
          </a:p>
          <a:p>
            <a:pPr marL="0" lvl="0" indent="0" algn="l" rtl="0">
              <a:spcBef>
                <a:spcPts val="1600"/>
              </a:spcBef>
              <a:spcAft>
                <a:spcPts val="0"/>
              </a:spcAft>
              <a:buClr>
                <a:schemeClr val="dk1"/>
              </a:buClr>
              <a:buSzPts val="1400"/>
              <a:buFont typeface="Arial"/>
              <a:buNone/>
            </a:pPr>
            <a:r>
              <a:rPr lang="en-US">
                <a:hlinkClick r:id="rId4"/>
              </a:rPr>
              <a:t>Course Design Document</a:t>
            </a:r>
            <a:endParaRPr/>
          </a:p>
          <a:p>
            <a:pPr marL="0" marR="0" lvl="0" indent="0" algn="l" rtl="0">
              <a:lnSpc>
                <a:spcPct val="115000"/>
              </a:lnSpc>
              <a:spcBef>
                <a:spcPts val="1600"/>
              </a:spcBef>
              <a:spcAft>
                <a:spcPts val="0"/>
              </a:spcAft>
              <a:buSzPts val="1400"/>
              <a:buNone/>
            </a:pPr>
            <a:endParaRPr/>
          </a:p>
          <a:p>
            <a:pPr marL="0" marR="0" lvl="0" indent="0" algn="l" rtl="0">
              <a:lnSpc>
                <a:spcPct val="115000"/>
              </a:lnSpc>
              <a:spcBef>
                <a:spcPts val="1600"/>
              </a:spcBef>
              <a:spcAft>
                <a:spcPts val="1600"/>
              </a:spcAft>
              <a:buSzPts val="14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00E48B1-83F4-A568-734A-590E5F92AE30}"/>
              </a:ext>
            </a:extLst>
          </p:cNvPr>
          <p:cNvSpPr>
            <a:spLocks noGrp="1"/>
          </p:cNvSpPr>
          <p:nvPr>
            <p:ph type="title"/>
          </p:nvPr>
        </p:nvSpPr>
        <p:spPr>
          <a:xfrm>
            <a:off x="629841" y="342900"/>
            <a:ext cx="4625324" cy="397669"/>
          </a:xfrm>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 sz="4200"/>
              <a:t>Course Structure</a:t>
            </a:r>
          </a:p>
        </p:txBody>
      </p:sp>
      <p:graphicFrame>
        <p:nvGraphicFramePr>
          <p:cNvPr id="4" name="Table 3">
            <a:extLst>
              <a:ext uri="{FF2B5EF4-FFF2-40B4-BE49-F238E27FC236}">
                <a16:creationId xmlns:a16="http://schemas.microsoft.com/office/drawing/2014/main" id="{CF605074-97BF-F14E-7246-C9BDB7C753BA}"/>
              </a:ext>
            </a:extLst>
          </p:cNvPr>
          <p:cNvGraphicFramePr>
            <a:graphicFrameLocks noGrp="1"/>
          </p:cNvGraphicFramePr>
          <p:nvPr>
            <p:extLst>
              <p:ext uri="{D42A27DB-BD31-4B8C-83A1-F6EECF244321}">
                <p14:modId xmlns:p14="http://schemas.microsoft.com/office/powerpoint/2010/main" val="3961053562"/>
              </p:ext>
            </p:extLst>
          </p:nvPr>
        </p:nvGraphicFramePr>
        <p:xfrm>
          <a:off x="377557" y="657653"/>
          <a:ext cx="8388886" cy="4433620"/>
        </p:xfrm>
        <a:graphic>
          <a:graphicData uri="http://schemas.openxmlformats.org/drawingml/2006/table">
            <a:tbl>
              <a:tblPr firstRow="1" bandRow="1">
                <a:tableStyleId>{F2DE63D5-997A-4646-A377-4702673A728D}</a:tableStyleId>
              </a:tblPr>
              <a:tblGrid>
                <a:gridCol w="802958">
                  <a:extLst>
                    <a:ext uri="{9D8B030D-6E8A-4147-A177-3AD203B41FA5}">
                      <a16:colId xmlns:a16="http://schemas.microsoft.com/office/drawing/2014/main" val="893154198"/>
                    </a:ext>
                  </a:extLst>
                </a:gridCol>
                <a:gridCol w="4629150">
                  <a:extLst>
                    <a:ext uri="{9D8B030D-6E8A-4147-A177-3AD203B41FA5}">
                      <a16:colId xmlns:a16="http://schemas.microsoft.com/office/drawing/2014/main" val="2489752427"/>
                    </a:ext>
                  </a:extLst>
                </a:gridCol>
                <a:gridCol w="2956778">
                  <a:extLst>
                    <a:ext uri="{9D8B030D-6E8A-4147-A177-3AD203B41FA5}">
                      <a16:colId xmlns:a16="http://schemas.microsoft.com/office/drawing/2014/main" val="1530477467"/>
                    </a:ext>
                  </a:extLst>
                </a:gridCol>
              </a:tblGrid>
              <a:tr h="200882">
                <a:tc>
                  <a:txBody>
                    <a:bodyPr/>
                    <a:lstStyle/>
                    <a:p>
                      <a:pPr algn="ctr">
                        <a:lnSpc>
                          <a:spcPct val="116000"/>
                        </a:lnSpc>
                        <a:spcAft>
                          <a:spcPts val="800"/>
                        </a:spcAft>
                        <a:buNone/>
                      </a:pPr>
                      <a:r>
                        <a:rPr lang="en-GB" sz="1200">
                          <a:effectLst/>
                        </a:rPr>
                        <a:t>Week</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Topic </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Remark</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683539398"/>
                  </a:ext>
                </a:extLst>
              </a:tr>
              <a:tr h="214076">
                <a:tc>
                  <a:txBody>
                    <a:bodyPr/>
                    <a:lstStyle/>
                    <a:p>
                      <a:pPr algn="ctr">
                        <a:lnSpc>
                          <a:spcPct val="116000"/>
                        </a:lnSpc>
                        <a:spcAft>
                          <a:spcPts val="800"/>
                        </a:spcAft>
                        <a:buNone/>
                      </a:pPr>
                      <a:r>
                        <a:rPr lang="en-GB" sz="1200">
                          <a:effectLst/>
                        </a:rPr>
                        <a:t>1</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Introduction + HTML/JS Recap + Web Services + Git/GitHub</a:t>
                      </a:r>
                      <a:endParaRPr lang="en-SG" sz="1200" strike="sngStrike">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384951650"/>
                  </a:ext>
                </a:extLst>
              </a:tr>
              <a:tr h="214076">
                <a:tc>
                  <a:txBody>
                    <a:bodyPr/>
                    <a:lstStyle/>
                    <a:p>
                      <a:pPr algn="ctr">
                        <a:lnSpc>
                          <a:spcPct val="116000"/>
                        </a:lnSpc>
                        <a:spcAft>
                          <a:spcPts val="800"/>
                        </a:spcAft>
                        <a:buNone/>
                      </a:pPr>
                      <a:r>
                        <a:rPr lang="en-GB" sz="1200">
                          <a:effectLst/>
                        </a:rPr>
                        <a:t>2</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CSS Part I: Vanilla CSS</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64799159"/>
                  </a:ext>
                </a:extLst>
              </a:tr>
              <a:tr h="214076">
                <a:tc>
                  <a:txBody>
                    <a:bodyPr/>
                    <a:lstStyle/>
                    <a:p>
                      <a:pPr algn="ctr">
                        <a:lnSpc>
                          <a:spcPct val="116000"/>
                        </a:lnSpc>
                        <a:spcAft>
                          <a:spcPts val="800"/>
                        </a:spcAft>
                        <a:buNone/>
                      </a:pPr>
                      <a:r>
                        <a:rPr lang="en-GB" sz="1200">
                          <a:effectLst/>
                        </a:rPr>
                        <a:t>3</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CSS Part II: Bootstrap</a:t>
                      </a:r>
                      <a:endParaRPr lang="en-SG" sz="1200">
                        <a:effectLst/>
                        <a:latin typeface="Arial"/>
                        <a:ea typeface="MS Mincho"/>
                        <a:cs typeface="Arial"/>
                      </a:endParaRPr>
                    </a:p>
                  </a:txBody>
                  <a:tcPr marL="55412" marR="55412" marT="0" marB="0"/>
                </a:tc>
                <a:tc>
                  <a:txBody>
                    <a:bodyPr/>
                    <a:lstStyle/>
                    <a:p>
                      <a:pPr lvl="0">
                        <a:lnSpc>
                          <a:spcPct val="115999"/>
                        </a:lnSpc>
                        <a:spcAft>
                          <a:spcPts val="800"/>
                        </a:spcAft>
                        <a:buNone/>
                      </a:pPr>
                      <a:r>
                        <a:rPr lang="en-GB" sz="1200" b="0" u="none" strike="noStrike" noProof="0">
                          <a:solidFill>
                            <a:srgbClr val="000000"/>
                          </a:solidFill>
                          <a:effectLst/>
                        </a:rPr>
                        <a:t>Project Briefing</a:t>
                      </a:r>
                      <a:endParaRPr lang="en-US" sz="1200">
                        <a:latin typeface="Arial"/>
                        <a:cs typeface="Arial"/>
                      </a:endParaRPr>
                    </a:p>
                  </a:txBody>
                  <a:tcPr marL="55412" marR="55412" marT="0" marB="0"/>
                </a:tc>
                <a:extLst>
                  <a:ext uri="{0D108BD9-81ED-4DB2-BD59-A6C34878D82A}">
                    <a16:rowId xmlns:a16="http://schemas.microsoft.com/office/drawing/2014/main" val="2014997231"/>
                  </a:ext>
                </a:extLst>
              </a:tr>
              <a:tr h="365760">
                <a:tc>
                  <a:txBody>
                    <a:bodyPr/>
                    <a:lstStyle/>
                    <a:p>
                      <a:pPr algn="ctr">
                        <a:lnSpc>
                          <a:spcPct val="116000"/>
                        </a:lnSpc>
                        <a:spcAft>
                          <a:spcPts val="800"/>
                        </a:spcAft>
                        <a:buNone/>
                      </a:pPr>
                      <a:r>
                        <a:rPr lang="en-GB" sz="1200">
                          <a:effectLst/>
                        </a:rPr>
                        <a:t>4</a:t>
                      </a:r>
                      <a:endParaRPr lang="en-SG" sz="1200">
                        <a:effectLst/>
                        <a:latin typeface="Arial"/>
                        <a:ea typeface="MS Mincho"/>
                        <a:cs typeface="Arial"/>
                      </a:endParaRPr>
                    </a:p>
                  </a:txBody>
                  <a:tcPr marL="55412" marR="55412" marT="0" marB="0"/>
                </a:tc>
                <a:tc>
                  <a:txBody>
                    <a:bodyPr/>
                    <a:lstStyle/>
                    <a:p>
                      <a:pPr lvl="0" algn="l">
                        <a:lnSpc>
                          <a:spcPct val="100000"/>
                        </a:lnSpc>
                        <a:spcBef>
                          <a:spcPts val="0"/>
                        </a:spcBef>
                        <a:spcAft>
                          <a:spcPts val="0"/>
                        </a:spcAft>
                        <a:buNone/>
                      </a:pPr>
                      <a:r>
                        <a:rPr lang="en-GB" sz="1200" b="0" u="none" strike="noStrike" noProof="0">
                          <a:solidFill>
                            <a:srgbClr val="000000"/>
                          </a:solidFill>
                          <a:effectLst/>
                        </a:rPr>
                        <a:t>Vue I: Building reactive, interactive pages</a:t>
                      </a:r>
                      <a:endParaRPr lang="en-US" sz="1200" b="0" u="none" strike="noStrike" noProof="0">
                        <a:solidFill>
                          <a:srgbClr val="000000"/>
                        </a:solidFill>
                        <a:effectLst/>
                      </a:endParaRPr>
                    </a:p>
                    <a:p>
                      <a:pPr lvl="0" algn="l">
                        <a:lnSpc>
                          <a:spcPct val="100000"/>
                        </a:lnSpc>
                        <a:spcBef>
                          <a:spcPts val="0"/>
                        </a:spcBef>
                        <a:spcAft>
                          <a:spcPts val="0"/>
                        </a:spcAft>
                        <a:buNone/>
                      </a:pPr>
                      <a:r>
                        <a:rPr lang="en-GB" sz="1200" b="0" u="none" strike="noStrike" noProof="0">
                          <a:solidFill>
                            <a:srgbClr val="000000"/>
                          </a:solidFill>
                          <a:effectLst/>
                        </a:rPr>
                        <a:t>DOM Manipulation</a:t>
                      </a:r>
                      <a:endParaRPr lang="en-GB" sz="1200">
                        <a:latin typeface="Arial"/>
                        <a:cs typeface="Arial"/>
                      </a:endParaRPr>
                    </a:p>
                  </a:txBody>
                  <a:tcPr marL="55412" marR="55412" marT="0" marB="0"/>
                </a:tc>
                <a:tc>
                  <a:txBody>
                    <a:bodyPr/>
                    <a:lstStyle/>
                    <a:p>
                      <a:pPr>
                        <a:lnSpc>
                          <a:spcPct val="116000"/>
                        </a:lnSpc>
                        <a:spcAft>
                          <a:spcPts val="800"/>
                        </a:spcAft>
                        <a:buNone/>
                      </a:pPr>
                      <a:r>
                        <a:rPr lang="en-GB" sz="1200">
                          <a:effectLst/>
                        </a:rPr>
                        <a:t>Quiz 1 </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278744644"/>
                  </a:ext>
                </a:extLst>
              </a:tr>
              <a:tr h="365760">
                <a:tc>
                  <a:txBody>
                    <a:bodyPr/>
                    <a:lstStyle/>
                    <a:p>
                      <a:pPr algn="ctr">
                        <a:lnSpc>
                          <a:spcPct val="116000"/>
                        </a:lnSpc>
                        <a:spcAft>
                          <a:spcPts val="800"/>
                        </a:spcAft>
                        <a:buNone/>
                      </a:pPr>
                      <a:r>
                        <a:rPr lang="en-GB" sz="1200">
                          <a:effectLst/>
                        </a:rPr>
                        <a:t>5</a:t>
                      </a:r>
                      <a:endParaRPr lang="en-SG" sz="1200">
                        <a:effectLst/>
                        <a:latin typeface="Arial"/>
                        <a:ea typeface="MS Mincho"/>
                        <a:cs typeface="Arial"/>
                      </a:endParaRPr>
                    </a:p>
                  </a:txBody>
                  <a:tcPr marL="55412" marR="55412" marT="0" marB="0"/>
                </a:tc>
                <a:tc>
                  <a:txBody>
                    <a:bodyPr/>
                    <a:lstStyle/>
                    <a:p>
                      <a:pPr lvl="0" algn="l">
                        <a:lnSpc>
                          <a:spcPct val="100000"/>
                        </a:lnSpc>
                        <a:spcBef>
                          <a:spcPts val="0"/>
                        </a:spcBef>
                        <a:spcAft>
                          <a:spcPts val="0"/>
                        </a:spcAft>
                        <a:buNone/>
                      </a:pPr>
                      <a:r>
                        <a:rPr lang="en-GB" sz="1200" b="0" u="none" strike="noStrike" noProof="0">
                          <a:solidFill>
                            <a:srgbClr val="000000"/>
                          </a:solidFill>
                          <a:effectLst/>
                        </a:rPr>
                        <a:t>Vue II: Event Handling, Axios API calls, JSON data handling</a:t>
                      </a:r>
                      <a:endParaRPr lang="en-GB" sz="1200" b="0" i="0" u="none" strike="noStrike" noProof="0">
                        <a:solidFill>
                          <a:srgbClr val="000000"/>
                        </a:solidFill>
                        <a:effectLst/>
                        <a:latin typeface="Arial"/>
                        <a:ea typeface="Calibri"/>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72613302"/>
                  </a:ext>
                </a:extLst>
              </a:tr>
              <a:tr h="395002">
                <a:tc>
                  <a:txBody>
                    <a:bodyPr/>
                    <a:lstStyle/>
                    <a:p>
                      <a:pPr algn="ctr">
                        <a:lnSpc>
                          <a:spcPct val="116000"/>
                        </a:lnSpc>
                        <a:spcAft>
                          <a:spcPts val="800"/>
                        </a:spcAft>
                        <a:buNone/>
                      </a:pPr>
                      <a:r>
                        <a:rPr lang="en-GB" sz="1200">
                          <a:effectLst/>
                        </a:rPr>
                        <a:t>6</a:t>
                      </a:r>
                      <a:endParaRPr lang="en-SG" sz="1200">
                        <a:effectLst/>
                        <a:latin typeface="Arial"/>
                        <a:ea typeface="MS Mincho"/>
                        <a:cs typeface="Arial"/>
                      </a:endParaRPr>
                    </a:p>
                  </a:txBody>
                  <a:tcPr marL="55412" marR="55412" marT="0" marB="0"/>
                </a:tc>
                <a:tc>
                  <a:txBody>
                    <a:bodyPr/>
                    <a:lstStyle/>
                    <a:p>
                      <a:pPr lvl="0">
                        <a:lnSpc>
                          <a:spcPct val="115999"/>
                        </a:lnSpc>
                        <a:spcAft>
                          <a:spcPts val="0"/>
                        </a:spcAft>
                        <a:buNone/>
                      </a:pPr>
                      <a:r>
                        <a:rPr lang="en-GB" sz="1200">
                          <a:effectLst/>
                        </a:rPr>
                        <a:t>Vue III: Modularization with components</a:t>
                      </a:r>
                      <a:endParaRPr lang="en-US"/>
                    </a:p>
                  </a:txBody>
                  <a:tcPr marL="55412" marR="55412" marT="0" marB="0"/>
                </a:tc>
                <a:tc>
                  <a:txBody>
                    <a:bodyPr/>
                    <a:lstStyle/>
                    <a:p>
                      <a:pPr>
                        <a:lnSpc>
                          <a:spcPct val="116000"/>
                        </a:lnSpc>
                        <a:spcAft>
                          <a:spcPts val="800"/>
                        </a:spcAft>
                        <a:buNone/>
                      </a:pPr>
                      <a:r>
                        <a:rPr lang="en-GB" sz="1200">
                          <a:effectLst/>
                        </a:rPr>
                        <a:t>Quiz 2</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67428308"/>
                  </a:ext>
                </a:extLst>
              </a:tr>
              <a:tr h="214076">
                <a:tc>
                  <a:txBody>
                    <a:bodyPr/>
                    <a:lstStyle/>
                    <a:p>
                      <a:pPr algn="ctr">
                        <a:lnSpc>
                          <a:spcPct val="116000"/>
                        </a:lnSpc>
                        <a:spcAft>
                          <a:spcPts val="800"/>
                        </a:spcAft>
                        <a:buNone/>
                      </a:pPr>
                      <a:r>
                        <a:rPr lang="en-GB" sz="1200">
                          <a:effectLst/>
                        </a:rPr>
                        <a:t>7</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Trial Lab Test</a:t>
                      </a:r>
                      <a:endParaRPr lang="en-SG" sz="1200">
                        <a:effectLst/>
                        <a:latin typeface="Arial"/>
                        <a:ea typeface="MS Mincho"/>
                        <a:cs typeface="Arial"/>
                      </a:endParaRPr>
                    </a:p>
                  </a:txBody>
                  <a:tcPr marL="55412" marR="55412" marT="0" marB="0"/>
                </a:tc>
                <a:tc>
                  <a:txBody>
                    <a:bodyPr/>
                    <a:lstStyle/>
                    <a:p>
                      <a:pPr>
                        <a:lnSpc>
                          <a:spcPct val="116000"/>
                        </a:lnSpc>
                        <a:spcAft>
                          <a:spcPts val="0"/>
                        </a:spcAft>
                        <a:buNone/>
                      </a:pPr>
                      <a:r>
                        <a:rPr lang="en-GB" sz="1200">
                          <a:effectLst/>
                        </a:rPr>
                        <a:t>Lab Test (25%) </a:t>
                      </a:r>
                    </a:p>
                    <a:p>
                      <a:pPr>
                        <a:lnSpc>
                          <a:spcPct val="116000"/>
                        </a:lnSpc>
                        <a:spcAft>
                          <a:spcPts val="0"/>
                        </a:spcAft>
                        <a:buNone/>
                      </a:pPr>
                      <a:r>
                        <a:rPr lang="en-GB" sz="1200">
                          <a:solidFill>
                            <a:srgbClr val="FF0000"/>
                          </a:solidFill>
                          <a:effectLst/>
                        </a:rPr>
                        <a:t>2 Oct (Friday) 345pm-545pm</a:t>
                      </a:r>
                    </a:p>
                  </a:txBody>
                  <a:tcPr marL="55412" marR="55412" marT="0" marB="0"/>
                </a:tc>
                <a:extLst>
                  <a:ext uri="{0D108BD9-81ED-4DB2-BD59-A6C34878D82A}">
                    <a16:rowId xmlns:a16="http://schemas.microsoft.com/office/drawing/2014/main" val="1172454801"/>
                  </a:ext>
                </a:extLst>
              </a:tr>
              <a:tr h="214076">
                <a:tc>
                  <a:txBody>
                    <a:bodyPr/>
                    <a:lstStyle/>
                    <a:p>
                      <a:pPr algn="ctr">
                        <a:lnSpc>
                          <a:spcPct val="116000"/>
                        </a:lnSpc>
                        <a:spcAft>
                          <a:spcPts val="800"/>
                        </a:spcAft>
                        <a:buNone/>
                      </a:pPr>
                      <a:r>
                        <a:rPr lang="en-GB" sz="1200">
                          <a:effectLst/>
                        </a:rPr>
                        <a:t>8</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Recess week</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834728652"/>
                  </a:ext>
                </a:extLst>
              </a:tr>
              <a:tr h="214076">
                <a:tc>
                  <a:txBody>
                    <a:bodyPr/>
                    <a:lstStyle/>
                    <a:p>
                      <a:pPr algn="ctr">
                        <a:lnSpc>
                          <a:spcPct val="116000"/>
                        </a:lnSpc>
                        <a:spcAft>
                          <a:spcPts val="800"/>
                        </a:spcAft>
                        <a:buNone/>
                      </a:pPr>
                      <a:r>
                        <a:rPr lang="en-GB" sz="1200">
                          <a:effectLst/>
                        </a:rPr>
                        <a:t>9</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Project Progress Evaluation (5%)</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1886861411"/>
                  </a:ext>
                </a:extLst>
              </a:tr>
              <a:tr h="400555">
                <a:tc>
                  <a:txBody>
                    <a:bodyPr/>
                    <a:lstStyle/>
                    <a:p>
                      <a:pPr algn="ctr">
                        <a:lnSpc>
                          <a:spcPct val="116000"/>
                        </a:lnSpc>
                        <a:spcAft>
                          <a:spcPts val="800"/>
                        </a:spcAft>
                        <a:buNone/>
                      </a:pPr>
                      <a:r>
                        <a:rPr lang="en-GB" sz="1200">
                          <a:effectLst/>
                        </a:rPr>
                        <a:t>10</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Unit, Integration, E2E Testing</a:t>
                      </a:r>
                      <a:endParaRPr lang="en-GB" sz="1200">
                        <a:effectLst/>
                        <a:latin typeface="Arial"/>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722283934"/>
                  </a:ext>
                </a:extLst>
              </a:tr>
              <a:tr h="400555">
                <a:tc>
                  <a:txBody>
                    <a:bodyPr/>
                    <a:lstStyle/>
                    <a:p>
                      <a:pPr algn="ctr">
                        <a:lnSpc>
                          <a:spcPct val="116000"/>
                        </a:lnSpc>
                        <a:spcAft>
                          <a:spcPts val="800"/>
                        </a:spcAft>
                        <a:buNone/>
                      </a:pPr>
                      <a:r>
                        <a:rPr lang="en-GB" sz="1200">
                          <a:effectLst/>
                        </a:rPr>
                        <a:t>11</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Vue IV: Routing and State Management</a:t>
                      </a:r>
                      <a:endParaRPr lang="en-GB" sz="1200">
                        <a:effectLst/>
                        <a:latin typeface="Arial"/>
                        <a:cs typeface="Arial"/>
                      </a:endParaRPr>
                    </a:p>
                  </a:txBody>
                  <a:tcPr marL="55412" marR="55412" marT="0" marB="0"/>
                </a:tc>
                <a:tc>
                  <a:txBody>
                    <a:bodyPr/>
                    <a:lstStyle/>
                    <a:p>
                      <a:pPr>
                        <a:lnSpc>
                          <a:spcPct val="116000"/>
                        </a:lnSpc>
                        <a:spcAft>
                          <a:spcPts val="800"/>
                        </a:spcAft>
                        <a:buNone/>
                      </a:pPr>
                      <a:r>
                        <a:rPr lang="en-GB" sz="1200">
                          <a:effectLst/>
                        </a:rPr>
                        <a:t>Quiz 3</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3920287185"/>
                  </a:ext>
                </a:extLst>
              </a:tr>
              <a:tr h="400555">
                <a:tc>
                  <a:txBody>
                    <a:bodyPr/>
                    <a:lstStyle/>
                    <a:p>
                      <a:pPr algn="ctr">
                        <a:lnSpc>
                          <a:spcPct val="116000"/>
                        </a:lnSpc>
                        <a:spcAft>
                          <a:spcPts val="800"/>
                        </a:spcAft>
                        <a:buNone/>
                      </a:pPr>
                      <a:r>
                        <a:rPr lang="en-GB" sz="1200">
                          <a:effectLst/>
                        </a:rPr>
                        <a:t>12</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Project Work Week (Consultation)</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Quiz 4</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3003431743"/>
                  </a:ext>
                </a:extLst>
              </a:tr>
              <a:tr h="214076">
                <a:tc>
                  <a:txBody>
                    <a:bodyPr/>
                    <a:lstStyle/>
                    <a:p>
                      <a:pPr algn="ctr">
                        <a:lnSpc>
                          <a:spcPct val="116000"/>
                        </a:lnSpc>
                        <a:spcAft>
                          <a:spcPts val="800"/>
                        </a:spcAft>
                        <a:buNone/>
                      </a:pPr>
                      <a:r>
                        <a:rPr lang="en-GB" sz="1200">
                          <a:effectLst/>
                        </a:rPr>
                        <a:t>13</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Final Project Presentation (25%) </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In-class presentations</a:t>
                      </a: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4128335824"/>
                  </a:ext>
                </a:extLst>
              </a:tr>
              <a:tr h="214076">
                <a:tc>
                  <a:txBody>
                    <a:bodyPr/>
                    <a:lstStyle/>
                    <a:p>
                      <a:pPr algn="ctr">
                        <a:lnSpc>
                          <a:spcPct val="116000"/>
                        </a:lnSpc>
                        <a:spcAft>
                          <a:spcPts val="800"/>
                        </a:spcAft>
                        <a:buNone/>
                      </a:pPr>
                      <a:r>
                        <a:rPr lang="en-GB" sz="1200">
                          <a:effectLst/>
                        </a:rPr>
                        <a:t>&gt;= 15</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r>
                        <a:rPr lang="en-GB" sz="1200">
                          <a:effectLst/>
                        </a:rPr>
                        <a:t>Final Exam (30% 2hr) </a:t>
                      </a:r>
                      <a:endParaRPr lang="en-SG" sz="1200">
                        <a:effectLst/>
                        <a:latin typeface="Arial"/>
                        <a:ea typeface="MS Mincho"/>
                        <a:cs typeface="Arial"/>
                      </a:endParaRPr>
                    </a:p>
                  </a:txBody>
                  <a:tcPr marL="55412" marR="55412" marT="0" marB="0"/>
                </a:tc>
                <a:tc>
                  <a:txBody>
                    <a:bodyPr/>
                    <a:lstStyle/>
                    <a:p>
                      <a:pPr>
                        <a:lnSpc>
                          <a:spcPct val="116000"/>
                        </a:lnSpc>
                        <a:spcAft>
                          <a:spcPts val="800"/>
                        </a:spcAft>
                        <a:buNone/>
                      </a:pPr>
                      <a:endParaRPr lang="en-SG" sz="1200">
                        <a:effectLst/>
                        <a:latin typeface="Arial"/>
                        <a:ea typeface="MS Mincho"/>
                        <a:cs typeface="Arial"/>
                      </a:endParaRPr>
                    </a:p>
                  </a:txBody>
                  <a:tcPr marL="55412" marR="55412" marT="0" marB="0"/>
                </a:tc>
                <a:extLst>
                  <a:ext uri="{0D108BD9-81ED-4DB2-BD59-A6C34878D82A}">
                    <a16:rowId xmlns:a16="http://schemas.microsoft.com/office/drawing/2014/main" val="2989141930"/>
                  </a:ext>
                </a:extLst>
              </a:tr>
            </a:tbl>
          </a:graphicData>
        </a:graphic>
      </p:graphicFrame>
    </p:spTree>
    <p:extLst>
      <p:ext uri="{BB962C8B-B14F-4D97-AF65-F5344CB8AC3E}">
        <p14:creationId xmlns:p14="http://schemas.microsoft.com/office/powerpoint/2010/main" val="3538096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311700" y="315925"/>
            <a:ext cx="8520600" cy="831300"/>
          </a:xfrm>
          <a:prstGeom prst="rect">
            <a:avLst/>
          </a:prstGeom>
          <a:noFill/>
          <a:ln>
            <a:noFill/>
          </a:ln>
        </p:spPr>
        <p:txBody>
          <a:bodyPr spcFirstLastPara="1" vert="horz" wrap="square" lIns="91425" tIns="91425" rIns="91425" bIns="91425" rtlCol="0" anchor="b" anchorCtr="0">
            <a:noAutofit/>
          </a:bodyPr>
          <a:lstStyle/>
          <a:p>
            <a:r>
              <a:rPr lang="en"/>
              <a:t>Assessments</a:t>
            </a:r>
            <a:endParaRPr lang="en">
              <a:highlight>
                <a:srgbClr val="FFFF00"/>
              </a:highlight>
            </a:endParaRPr>
          </a:p>
        </p:txBody>
      </p:sp>
      <p:sp>
        <p:nvSpPr>
          <p:cNvPr id="160" name="Google Shape;160;p9"/>
          <p:cNvSpPr txBox="1">
            <a:spLocks noGrp="1"/>
          </p:cNvSpPr>
          <p:nvPr>
            <p:ph type="body" idx="1"/>
          </p:nvPr>
        </p:nvSpPr>
        <p:spPr>
          <a:xfrm>
            <a:off x="311701" y="1285557"/>
            <a:ext cx="4070729" cy="3703004"/>
          </a:xfrm>
          <a:prstGeom prst="rect">
            <a:avLst/>
          </a:prstGeom>
          <a:noFill/>
          <a:ln>
            <a:noFill/>
          </a:ln>
        </p:spPr>
        <p:txBody>
          <a:bodyPr spcFirstLastPara="1" vert="horz" wrap="square" lIns="91425" tIns="91425" rIns="91425" bIns="91425" rtlCol="0" anchor="t" anchorCtr="0">
            <a:noAutofit/>
          </a:bodyPr>
          <a:lstStyle/>
          <a:p>
            <a:pPr marL="0" indent="0">
              <a:buNone/>
            </a:pPr>
            <a:r>
              <a:rPr lang="en" sz="1200" b="1"/>
              <a:t>Continuous assessment</a:t>
            </a:r>
            <a:endParaRPr lang="en-US" sz="1200" b="1"/>
          </a:p>
          <a:p>
            <a:pPr marL="285115" indent="-285115"/>
            <a:r>
              <a:rPr lang="en" sz="1200"/>
              <a:t>Lab Test 1 (25%) </a:t>
            </a:r>
            <a:endParaRPr lang="en" sz="1200">
              <a:solidFill>
                <a:srgbClr val="FF0000"/>
              </a:solidFill>
              <a:ea typeface="Calibri"/>
              <a:cs typeface="Calibri"/>
            </a:endParaRPr>
          </a:p>
          <a:p>
            <a:pPr lvl="1">
              <a:lnSpc>
                <a:spcPct val="114999"/>
              </a:lnSpc>
              <a:spcBef>
                <a:spcPts val="0"/>
              </a:spcBef>
            </a:pPr>
            <a:r>
              <a:rPr lang="en" sz="1000"/>
              <a:t>Duration: 2 hours</a:t>
            </a:r>
            <a:endParaRPr lang="en" sz="1000">
              <a:solidFill>
                <a:srgbClr val="FF0000"/>
              </a:solidFill>
              <a:ea typeface="Calibri"/>
              <a:cs typeface="Calibri"/>
            </a:endParaRPr>
          </a:p>
          <a:p>
            <a:pPr lvl="1">
              <a:lnSpc>
                <a:spcPct val="114999"/>
              </a:lnSpc>
              <a:spcBef>
                <a:spcPts val="0"/>
              </a:spcBef>
            </a:pPr>
            <a:r>
              <a:rPr lang="en" sz="1000"/>
              <a:t>Student to bring own laptop computer for live coding</a:t>
            </a:r>
            <a:endParaRPr lang="en" sz="1000">
              <a:solidFill>
                <a:srgbClr val="FF0000"/>
              </a:solidFill>
              <a:ea typeface="Calibri"/>
              <a:cs typeface="Calibri"/>
            </a:endParaRPr>
          </a:p>
          <a:p>
            <a:pPr lvl="2">
              <a:lnSpc>
                <a:spcPct val="114999"/>
              </a:lnSpc>
              <a:spcBef>
                <a:spcPts val="0"/>
              </a:spcBef>
              <a:buFont typeface="Wingdings"/>
              <a:buChar char="§"/>
            </a:pPr>
            <a:r>
              <a:rPr lang="en" sz="1000">
                <a:solidFill>
                  <a:srgbClr val="FF0000"/>
                </a:solidFill>
              </a:rPr>
              <a:t>No monitor, no extra computing devices except one laptop</a:t>
            </a:r>
          </a:p>
          <a:p>
            <a:pPr lvl="1">
              <a:lnSpc>
                <a:spcPct val="114999"/>
              </a:lnSpc>
              <a:spcBef>
                <a:spcPts val="0"/>
              </a:spcBef>
            </a:pPr>
            <a:r>
              <a:rPr lang="en" sz="1000">
                <a:solidFill>
                  <a:srgbClr val="FF0000"/>
                </a:solidFill>
              </a:rPr>
              <a:t>No Internet </a:t>
            </a:r>
            <a:endParaRPr lang="en" sz="1000">
              <a:solidFill>
                <a:srgbClr val="000000"/>
              </a:solidFill>
            </a:endParaRPr>
          </a:p>
          <a:p>
            <a:pPr lvl="1">
              <a:lnSpc>
                <a:spcPct val="114999"/>
              </a:lnSpc>
              <a:spcBef>
                <a:spcPts val="0"/>
              </a:spcBef>
            </a:pPr>
            <a:r>
              <a:rPr lang="en" sz="1000">
                <a:solidFill>
                  <a:srgbClr val="FF0000"/>
                </a:solidFill>
              </a:rPr>
              <a:t>open book, hard copies &amp; offline materials allowed</a:t>
            </a:r>
            <a:endParaRPr lang="en" sz="1000">
              <a:solidFill>
                <a:srgbClr val="000000"/>
              </a:solidFill>
            </a:endParaRPr>
          </a:p>
          <a:p>
            <a:pPr lvl="1">
              <a:lnSpc>
                <a:spcPct val="114999"/>
              </a:lnSpc>
              <a:spcBef>
                <a:spcPts val="0"/>
              </a:spcBef>
            </a:pPr>
            <a:r>
              <a:rPr lang="en" sz="1000">
                <a:solidFill>
                  <a:srgbClr val="FF0000"/>
                </a:solidFill>
              </a:rPr>
              <a:t>use of ChatGPT / Co-Pilot / GAI is not allowed</a:t>
            </a:r>
            <a:endParaRPr lang="en" sz="1000">
              <a:solidFill>
                <a:srgbClr val="FF0000"/>
              </a:solidFill>
              <a:ea typeface="Calibri"/>
              <a:cs typeface="Calibri"/>
            </a:endParaRPr>
          </a:p>
          <a:p>
            <a:pPr marL="285115" indent="-285115"/>
            <a:endParaRPr lang="en" sz="1200">
              <a:solidFill>
                <a:srgbClr val="FF0000"/>
              </a:solidFill>
              <a:ea typeface="Calibri"/>
              <a:cs typeface="Calibri"/>
            </a:endParaRPr>
          </a:p>
          <a:p>
            <a:pPr marL="285115" indent="-285115">
              <a:lnSpc>
                <a:spcPct val="114999"/>
              </a:lnSpc>
            </a:pPr>
            <a:r>
              <a:rPr lang="en" sz="1200"/>
              <a:t>Project (30%)</a:t>
            </a:r>
          </a:p>
          <a:p>
            <a:pPr marL="742315" lvl="1" indent="-285115">
              <a:lnSpc>
                <a:spcPct val="114999"/>
              </a:lnSpc>
              <a:spcBef>
                <a:spcPts val="0"/>
              </a:spcBef>
            </a:pPr>
            <a:r>
              <a:rPr lang="en-SG">
                <a:ea typeface="Calibri" panose="020F0502020204030204"/>
                <a:cs typeface="Calibri" panose="020F0502020204030204"/>
              </a:rPr>
              <a:t>P</a:t>
            </a:r>
            <a:r>
              <a:rPr lang="en" err="1">
                <a:ea typeface="Calibri" panose="020F0502020204030204"/>
                <a:cs typeface="Calibri" panose="020F0502020204030204"/>
              </a:rPr>
              <a:t>rogress</a:t>
            </a:r>
            <a:r>
              <a:rPr lang="en">
                <a:ea typeface="Calibri" panose="020F0502020204030204"/>
                <a:cs typeface="Calibri" panose="020F0502020204030204"/>
              </a:rPr>
              <a:t> evaluation in Week 9 (5%)</a:t>
            </a:r>
          </a:p>
          <a:p>
            <a:pPr marL="742315" lvl="1" indent="-285115">
              <a:lnSpc>
                <a:spcPct val="114999"/>
              </a:lnSpc>
              <a:spcBef>
                <a:spcPts val="0"/>
              </a:spcBef>
            </a:pPr>
            <a:r>
              <a:rPr lang="en">
                <a:ea typeface="Calibri" panose="020F0502020204030204"/>
                <a:cs typeface="Calibri" panose="020F0502020204030204"/>
              </a:rPr>
              <a:t>Final presentation in Week 13 (25%)</a:t>
            </a:r>
          </a:p>
          <a:p>
            <a:pPr marL="285115" indent="-285115">
              <a:lnSpc>
                <a:spcPct val="114999"/>
              </a:lnSpc>
            </a:pPr>
            <a:endParaRPr sz="1200">
              <a:ea typeface="Calibri" panose="020F0502020204030204"/>
              <a:cs typeface="Calibri" panose="020F0502020204030204"/>
            </a:endParaRPr>
          </a:p>
          <a:p>
            <a:pPr marL="285115" indent="-285115"/>
            <a:r>
              <a:rPr lang="en" sz="1200"/>
              <a:t>Class Participation (15%)</a:t>
            </a:r>
            <a:endParaRPr lang="en" sz="1200">
              <a:ea typeface="Calibri" panose="020F0502020204030204"/>
              <a:cs typeface="Calibri" panose="020F0502020204030204"/>
            </a:endParaRPr>
          </a:p>
          <a:p>
            <a:pPr marL="742315" lvl="1" indent="-285115">
              <a:spcBef>
                <a:spcPts val="0"/>
              </a:spcBef>
            </a:pPr>
            <a:r>
              <a:rPr lang="en"/>
              <a:t>Quizzes</a:t>
            </a:r>
            <a:endParaRPr lang="en">
              <a:ea typeface="Calibri" panose="020F0502020204030204"/>
              <a:cs typeface="Calibri" panose="020F0502020204030204"/>
            </a:endParaRPr>
          </a:p>
          <a:p>
            <a:pPr marL="742315" lvl="1" indent="-285115">
              <a:spcBef>
                <a:spcPts val="0"/>
              </a:spcBef>
            </a:pPr>
            <a:r>
              <a:rPr lang="en"/>
              <a:t>Class/Slack activeness</a:t>
            </a:r>
            <a:endParaRPr lang="en">
              <a:ea typeface="Calibri" panose="020F0502020204030204"/>
              <a:cs typeface="Calibri" panose="020F0502020204030204"/>
            </a:endParaRPr>
          </a:p>
          <a:p>
            <a:pPr marL="742315" lvl="1" indent="-285115">
              <a:spcBef>
                <a:spcPts val="0"/>
              </a:spcBef>
            </a:pPr>
            <a:r>
              <a:rPr lang="en"/>
              <a:t>Exercises</a:t>
            </a:r>
            <a:endParaRPr lang="en">
              <a:ea typeface="Calibri" panose="020F0502020204030204"/>
              <a:cs typeface="Calibri" panose="020F0502020204030204"/>
            </a:endParaRPr>
          </a:p>
        </p:txBody>
      </p:sp>
      <p:sp>
        <p:nvSpPr>
          <p:cNvPr id="161" name="Google Shape;161;p9"/>
          <p:cNvSpPr txBox="1">
            <a:spLocks noGrp="1"/>
          </p:cNvSpPr>
          <p:nvPr>
            <p:ph type="body" idx="2"/>
          </p:nvPr>
        </p:nvSpPr>
        <p:spPr>
          <a:xfrm>
            <a:off x="4761572" y="1285556"/>
            <a:ext cx="4070729" cy="3354000"/>
          </a:xfrm>
          <a:prstGeom prst="rect">
            <a:avLst/>
          </a:prstGeom>
          <a:noFill/>
          <a:ln>
            <a:noFill/>
          </a:ln>
        </p:spPr>
        <p:txBody>
          <a:bodyPr spcFirstLastPara="1" vert="horz" wrap="square" lIns="91425" tIns="91425" rIns="91425" bIns="91425" rtlCol="0" anchor="t" anchorCtr="0">
            <a:noAutofit/>
          </a:bodyPr>
          <a:lstStyle/>
          <a:p>
            <a:pPr marL="0" indent="0">
              <a:buNone/>
            </a:pPr>
            <a:r>
              <a:rPr lang="en" b="1"/>
              <a:t>Exam</a:t>
            </a:r>
            <a:endParaRPr b="1"/>
          </a:p>
          <a:p>
            <a:pPr marL="0" indent="0">
              <a:spcBef>
                <a:spcPts val="1600"/>
              </a:spcBef>
              <a:buNone/>
            </a:pPr>
            <a:r>
              <a:rPr lang="en"/>
              <a:t>Final exam – Written Test (30%)</a:t>
            </a:r>
            <a:endParaRPr lang="en-SG"/>
          </a:p>
          <a:p>
            <a:pPr marL="285115" indent="-285115">
              <a:lnSpc>
                <a:spcPct val="100000"/>
              </a:lnSpc>
            </a:pPr>
            <a:r>
              <a:rPr lang="en-SG" sz="1200"/>
              <a:t>Duration: 2 hours</a:t>
            </a:r>
            <a:endParaRPr lang="en" sz="1200"/>
          </a:p>
          <a:p>
            <a:pPr marL="285115" indent="-285115">
              <a:lnSpc>
                <a:spcPct val="100000"/>
              </a:lnSpc>
            </a:pPr>
            <a:r>
              <a:rPr lang="en-SG" sz="1200"/>
              <a:t>Student to bring own laptop computer </a:t>
            </a:r>
            <a:endParaRPr lang="en" sz="1200"/>
          </a:p>
          <a:p>
            <a:pPr lvl="1">
              <a:lnSpc>
                <a:spcPct val="100000"/>
              </a:lnSpc>
              <a:spcBef>
                <a:spcPts val="0"/>
              </a:spcBef>
              <a:buSzPts val="1400"/>
            </a:pPr>
            <a:r>
              <a:rPr lang="en" sz="1000">
                <a:solidFill>
                  <a:srgbClr val="FF0000"/>
                </a:solidFill>
              </a:rPr>
              <a:t>No monitor, no extra computing devices except one laptop</a:t>
            </a:r>
            <a:endParaRPr lang="en" sz="1000">
              <a:solidFill>
                <a:srgbClr val="000000"/>
              </a:solidFill>
            </a:endParaRPr>
          </a:p>
          <a:p>
            <a:pPr marL="285115" indent="-285115">
              <a:lnSpc>
                <a:spcPct val="100000"/>
              </a:lnSpc>
            </a:pPr>
            <a:r>
              <a:rPr lang="en" sz="1200">
                <a:solidFill>
                  <a:srgbClr val="FF0000"/>
                </a:solidFill>
              </a:rPr>
              <a:t>No Internet </a:t>
            </a:r>
            <a:endParaRPr lang="en" sz="1200">
              <a:solidFill>
                <a:srgbClr val="000000"/>
              </a:solidFill>
            </a:endParaRPr>
          </a:p>
          <a:p>
            <a:pPr marL="285115" indent="-285115">
              <a:lnSpc>
                <a:spcPct val="100000"/>
              </a:lnSpc>
            </a:pPr>
            <a:r>
              <a:rPr lang="en" sz="1200">
                <a:solidFill>
                  <a:srgbClr val="FF0000"/>
                </a:solidFill>
              </a:rPr>
              <a:t>Closed book</a:t>
            </a:r>
            <a:endParaRPr lang="en" sz="1200">
              <a:solidFill>
                <a:srgbClr val="000000"/>
              </a:solidFill>
            </a:endParaRPr>
          </a:p>
          <a:p>
            <a:pPr marL="285115" indent="-285115">
              <a:lnSpc>
                <a:spcPct val="100000"/>
              </a:lnSpc>
            </a:pPr>
            <a:r>
              <a:rPr lang="en" sz="1200">
                <a:solidFill>
                  <a:srgbClr val="FF0000"/>
                </a:solidFill>
              </a:rPr>
              <a:t>Using Lockdown browser</a:t>
            </a:r>
          </a:p>
          <a:p>
            <a:pPr marL="0" indent="0">
              <a:lnSpc>
                <a:spcPct val="114999"/>
              </a:lnSpc>
              <a:spcBef>
                <a:spcPts val="1600"/>
              </a:spcBef>
              <a:buNone/>
            </a:pPr>
            <a:endParaRPr lang="en-SG"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Class Format and Participation</a:t>
            </a:r>
            <a:endParaRPr/>
          </a:p>
        </p:txBody>
      </p:sp>
      <p:sp>
        <p:nvSpPr>
          <p:cNvPr id="167" name="Google Shape;167;p1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Exercises</a:t>
            </a:r>
            <a:endParaRPr b="1"/>
          </a:p>
          <a:p>
            <a:pPr marL="0" lvl="0" indent="0" algn="l" rtl="0">
              <a:lnSpc>
                <a:spcPct val="115000"/>
              </a:lnSpc>
              <a:spcBef>
                <a:spcPts val="1600"/>
              </a:spcBef>
              <a:spcAft>
                <a:spcPts val="0"/>
              </a:spcAft>
              <a:buSzPts val="1400"/>
              <a:buNone/>
            </a:pPr>
            <a:r>
              <a:rPr lang="en"/>
              <a:t>In-class exercises will be plenty, we will help debugging and providing hints.</a:t>
            </a:r>
            <a:endParaRPr/>
          </a:p>
          <a:p>
            <a:pPr marL="0" lvl="0" indent="0" algn="l" rtl="0">
              <a:lnSpc>
                <a:spcPct val="115000"/>
              </a:lnSpc>
              <a:spcBef>
                <a:spcPts val="1600"/>
              </a:spcBef>
              <a:spcAft>
                <a:spcPts val="0"/>
              </a:spcAft>
              <a:buSzPts val="1400"/>
              <a:buNone/>
            </a:pPr>
            <a:r>
              <a:rPr lang="en"/>
              <a:t>Extra exercises will be provided for each topic for capable students. </a:t>
            </a:r>
            <a:endParaRPr/>
          </a:p>
          <a:p>
            <a:pPr marL="0" lvl="0" indent="0" algn="l" rtl="0">
              <a:lnSpc>
                <a:spcPct val="115000"/>
              </a:lnSpc>
              <a:spcBef>
                <a:spcPts val="1600"/>
              </a:spcBef>
              <a:spcAft>
                <a:spcPts val="0"/>
              </a:spcAft>
              <a:buSzPts val="1400"/>
              <a:buNone/>
            </a:pPr>
            <a:r>
              <a:rPr lang="en"/>
              <a:t>Sample solutions will be provided by Fridays. </a:t>
            </a:r>
            <a:endParaRPr/>
          </a:p>
          <a:p>
            <a:pPr marL="0" lvl="0" indent="0" algn="l" rtl="0">
              <a:lnSpc>
                <a:spcPct val="115000"/>
              </a:lnSpc>
              <a:spcBef>
                <a:spcPts val="1600"/>
              </a:spcBef>
              <a:spcAft>
                <a:spcPts val="1600"/>
              </a:spcAft>
              <a:buSzPts val="1400"/>
              <a:buNone/>
            </a:pPr>
            <a:endParaRPr/>
          </a:p>
        </p:txBody>
      </p:sp>
      <p:sp>
        <p:nvSpPr>
          <p:cNvPr id="168" name="Google Shape;168;p1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Participation</a:t>
            </a:r>
            <a:endParaRPr b="1"/>
          </a:p>
          <a:p>
            <a:pPr marL="0" lvl="0" indent="0" algn="l" rtl="0">
              <a:lnSpc>
                <a:spcPct val="115000"/>
              </a:lnSpc>
              <a:spcBef>
                <a:spcPts val="1600"/>
              </a:spcBef>
              <a:spcAft>
                <a:spcPts val="0"/>
              </a:spcAft>
              <a:buSzPts val="1400"/>
              <a:buNone/>
            </a:pPr>
            <a:r>
              <a:rPr lang="en"/>
              <a:t>Do clarify your doubts at any time</a:t>
            </a:r>
            <a:endParaRPr/>
          </a:p>
          <a:p>
            <a:pPr marL="0" indent="0">
              <a:spcBef>
                <a:spcPts val="1600"/>
              </a:spcBef>
              <a:buNone/>
            </a:pPr>
            <a:r>
              <a:rPr lang="en"/>
              <a:t>4 Quizzes: must attempt once within the given duration (</a:t>
            </a:r>
            <a:r>
              <a:rPr lang="en" i="1">
                <a:solidFill>
                  <a:srgbClr val="FF0000"/>
                </a:solidFill>
              </a:rPr>
              <a:t>in eLearn Merged section</a:t>
            </a:r>
            <a:r>
              <a:rPr lang="en"/>
              <a:t>)</a:t>
            </a:r>
            <a:endParaRPr/>
          </a:p>
          <a:p>
            <a:pPr marL="0" lvl="0" indent="0" algn="l" rtl="0">
              <a:lnSpc>
                <a:spcPct val="115000"/>
              </a:lnSpc>
              <a:spcBef>
                <a:spcPts val="1600"/>
              </a:spcBef>
              <a:spcAft>
                <a:spcPts val="0"/>
              </a:spcAft>
              <a:buSzPts val="1400"/>
              <a:buNone/>
            </a:pPr>
            <a:r>
              <a:rPr lang="en"/>
              <a:t>1 point (of final grade) will be taken off for each absence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Late Submission Policy</a:t>
            </a:r>
            <a:endParaRPr/>
          </a:p>
        </p:txBody>
      </p:sp>
      <p:sp>
        <p:nvSpPr>
          <p:cNvPr id="174" name="Google Shape;174;p1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1 hour late: 10%</a:t>
            </a:r>
            <a:endParaRPr/>
          </a:p>
          <a:p>
            <a:pPr marL="0" lvl="0" indent="0" algn="l" rtl="0">
              <a:lnSpc>
                <a:spcPct val="115000"/>
              </a:lnSpc>
              <a:spcBef>
                <a:spcPts val="1600"/>
              </a:spcBef>
              <a:spcAft>
                <a:spcPts val="1600"/>
              </a:spcAft>
              <a:buSzPts val="1400"/>
              <a:buNone/>
            </a:pPr>
            <a:r>
              <a:rPr lang="en"/>
              <a:t>&gt; 1 hour late: 100%</a:t>
            </a:r>
            <a:endParaRPr/>
          </a:p>
        </p:txBody>
      </p:sp>
      <p:pic>
        <p:nvPicPr>
          <p:cNvPr id="175" name="Google Shape;175;p12"/>
          <p:cNvPicPr preferRelativeResize="0"/>
          <p:nvPr/>
        </p:nvPicPr>
        <p:blipFill rotWithShape="1">
          <a:blip r:embed="rId3">
            <a:alphaModFix/>
          </a:blip>
          <a:srcRect/>
          <a:stretch/>
        </p:blipFill>
        <p:spPr>
          <a:xfrm>
            <a:off x="4311600" y="1469175"/>
            <a:ext cx="4246100" cy="2866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solidFill>
                  <a:schemeClr val="tx1"/>
                </a:solidFill>
              </a:rPr>
              <a:t>Make-Up Policy</a:t>
            </a:r>
            <a:endParaRPr lang="en">
              <a:solidFill>
                <a:schemeClr val="tx1"/>
              </a:solidFill>
              <a:highlight>
                <a:srgbClr val="FFFF00"/>
              </a:highlight>
            </a:endParaRPr>
          </a:p>
        </p:txBody>
      </p:sp>
      <p:sp>
        <p:nvSpPr>
          <p:cNvPr id="181" name="Google Shape;181;p13"/>
          <p:cNvSpPr txBox="1">
            <a:spLocks noGrp="1"/>
          </p:cNvSpPr>
          <p:nvPr>
            <p:ph type="body" idx="1"/>
          </p:nvPr>
        </p:nvSpPr>
        <p:spPr>
          <a:xfrm>
            <a:off x="311699" y="1416205"/>
            <a:ext cx="4862467" cy="351774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Lab Test</a:t>
            </a:r>
          </a:p>
          <a:p>
            <a:pPr marL="285750" indent="-285750">
              <a:lnSpc>
                <a:spcPct val="114999"/>
              </a:lnSpc>
            </a:pPr>
            <a:r>
              <a:rPr lang="en"/>
              <a:t>If you miss the lab test with an MC or official reason that we deem valid, we may either incorporate your lab test grade into final exam grade (i.e., your final exam grade becomes 55% instead of 30%) or schedule th</a:t>
            </a:r>
            <a:r>
              <a:rPr lang="en">
                <a:solidFill>
                  <a:srgbClr val="000000"/>
                </a:solidFill>
              </a:rPr>
              <a:t>e</a:t>
            </a:r>
            <a:r>
              <a:rPr lang="en"/>
              <a:t> make-up lab test, subject to the teaching team’s decision</a:t>
            </a:r>
          </a:p>
          <a:p>
            <a:pPr marL="285750" indent="-285750">
              <a:lnSpc>
                <a:spcPct val="114999"/>
              </a:lnSpc>
            </a:pPr>
            <a:endParaRPr lang="en">
              <a:solidFill>
                <a:srgbClr val="000000"/>
              </a:solidFill>
            </a:endParaRPr>
          </a:p>
          <a:p>
            <a:pPr marL="285750" indent="-285750">
              <a:lnSpc>
                <a:spcPct val="114999"/>
              </a:lnSpc>
            </a:pPr>
            <a:r>
              <a:rPr lang="en">
                <a:solidFill>
                  <a:srgbClr val="000000"/>
                </a:solidFill>
              </a:rPr>
              <a:t>You will get zero for the lab test, if you miss both the lab test and the final exam for any reason.</a:t>
            </a:r>
          </a:p>
        </p:txBody>
      </p:sp>
      <p:sp>
        <p:nvSpPr>
          <p:cNvPr id="182" name="Google Shape;182;p13"/>
          <p:cNvSpPr txBox="1">
            <a:spLocks noGrp="1"/>
          </p:cNvSpPr>
          <p:nvPr>
            <p:ph type="body" idx="2"/>
          </p:nvPr>
        </p:nvSpPr>
        <p:spPr>
          <a:xfrm>
            <a:off x="5497550" y="1416205"/>
            <a:ext cx="3334749" cy="316302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Final Exam</a:t>
            </a:r>
          </a:p>
          <a:p>
            <a:pPr marL="0" lvl="0" indent="0" algn="l" rtl="0">
              <a:lnSpc>
                <a:spcPct val="115000"/>
              </a:lnSpc>
              <a:spcBef>
                <a:spcPts val="0"/>
              </a:spcBef>
              <a:spcAft>
                <a:spcPts val="0"/>
              </a:spcAft>
              <a:buSzPts val="1400"/>
              <a:buNone/>
            </a:pPr>
            <a:r>
              <a:rPr lang="en"/>
              <a:t>We will follow university policy</a:t>
            </a:r>
            <a:endParaRPr/>
          </a:p>
          <a:p>
            <a:pPr marL="0" lvl="0" indent="0" algn="l" rtl="0">
              <a:lnSpc>
                <a:spcPct val="115000"/>
              </a:lnSpc>
              <a:spcBef>
                <a:spcPts val="1600"/>
              </a:spcBef>
              <a:spcAft>
                <a:spcPts val="1600"/>
              </a:spcAft>
              <a:buSzPts val="1400"/>
              <a:buNone/>
            </a:pPr>
            <a:r>
              <a:rPr lang="en"/>
              <a:t>No makeup by default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Project (30%)</a:t>
            </a:r>
            <a:endParaRPr lang="en">
              <a:highlight>
                <a:srgbClr val="FFFF00"/>
              </a:highlight>
            </a:endParaRPr>
          </a:p>
        </p:txBody>
      </p:sp>
      <p:sp>
        <p:nvSpPr>
          <p:cNvPr id="188" name="Google Shape;188;p14"/>
          <p:cNvSpPr txBox="1">
            <a:spLocks noGrp="1"/>
          </p:cNvSpPr>
          <p:nvPr>
            <p:ph type="body" idx="1"/>
          </p:nvPr>
        </p:nvSpPr>
        <p:spPr>
          <a:xfrm>
            <a:off x="311700" y="1284345"/>
            <a:ext cx="8520600" cy="3624922"/>
          </a:xfrm>
          <a:prstGeom prst="rect">
            <a:avLst/>
          </a:prstGeom>
          <a:noFill/>
          <a:ln>
            <a:noFill/>
          </a:ln>
        </p:spPr>
        <p:txBody>
          <a:bodyPr spcFirstLastPara="1" wrap="square" lIns="91425" tIns="91425" rIns="91425" bIns="91425" anchor="t" anchorCtr="0">
            <a:noAutofit/>
          </a:bodyPr>
          <a:lstStyle/>
          <a:p>
            <a:pPr marL="285750" indent="-285750"/>
            <a:r>
              <a:rPr lang="en" sz="1400"/>
              <a:t>Group project (6 pax)</a:t>
            </a:r>
            <a:endParaRPr sz="1400"/>
          </a:p>
          <a:p>
            <a:pPr marL="285750" indent="-285750">
              <a:spcBef>
                <a:spcPts val="1600"/>
              </a:spcBef>
            </a:pPr>
            <a:r>
              <a:rPr lang="en" sz="1400"/>
              <a:t>Either Section faculty form your group or Form your own group. </a:t>
            </a:r>
            <a:r>
              <a:rPr lang="en" sz="1400" i="1">
                <a:solidFill>
                  <a:srgbClr val="FF0000"/>
                </a:solidFill>
              </a:rPr>
              <a:t>Please check with your teacher.</a:t>
            </a:r>
          </a:p>
          <a:p>
            <a:pPr marL="285750" indent="-285750">
              <a:spcBef>
                <a:spcPts val="1600"/>
              </a:spcBef>
            </a:pPr>
            <a:r>
              <a:rPr lang="en" sz="1400"/>
              <a:t>Propose your own project (detailed requirements will be announced in Week 3).</a:t>
            </a:r>
            <a:endParaRPr sz="1400"/>
          </a:p>
          <a:p>
            <a:pPr marL="285750" indent="-285750">
              <a:spcBef>
                <a:spcPts val="1600"/>
              </a:spcBef>
            </a:pPr>
            <a:r>
              <a:rPr lang="en" sz="1400"/>
              <a:t>Your group is to deliver a 5-minute </a:t>
            </a:r>
            <a:r>
              <a:rPr lang="en" sz="1400" b="1"/>
              <a:t>proposal pitch</a:t>
            </a:r>
            <a:r>
              <a:rPr lang="en" sz="1400"/>
              <a:t> in </a:t>
            </a:r>
            <a:r>
              <a:rPr lang="en" sz="1400" b="1"/>
              <a:t>Week 9</a:t>
            </a:r>
            <a:r>
              <a:rPr lang="en" sz="1400"/>
              <a:t>. There will be a 5-minute feedback session afterwards.</a:t>
            </a:r>
            <a:endParaRPr sz="1400"/>
          </a:p>
          <a:p>
            <a:pPr marL="285750" indent="-285750">
              <a:spcBef>
                <a:spcPts val="1600"/>
              </a:spcBef>
            </a:pPr>
            <a:r>
              <a:rPr lang="en" sz="1400"/>
              <a:t>All project deliverables are due </a:t>
            </a:r>
            <a:r>
              <a:rPr lang="en" sz="1400" i="1">
                <a:solidFill>
                  <a:srgbClr val="FF0000"/>
                </a:solidFill>
              </a:rPr>
              <a:t>Week12 Friday 9am (no further changes allowed for any reason).</a:t>
            </a:r>
            <a:endParaRPr lang="en" sz="1400"/>
          </a:p>
          <a:p>
            <a:pPr marL="285750" indent="-285750">
              <a:spcBef>
                <a:spcPts val="1600"/>
              </a:spcBef>
            </a:pPr>
            <a:r>
              <a:rPr lang="en" sz="1400"/>
              <a:t>Your group will present your project in Week 13. </a:t>
            </a:r>
          </a:p>
          <a:p>
            <a:pPr marL="285750" indent="-285750">
              <a:lnSpc>
                <a:spcPct val="114999"/>
              </a:lnSpc>
              <a:spcBef>
                <a:spcPts val="1600"/>
              </a:spcBef>
            </a:pPr>
            <a:r>
              <a:rPr lang="en" sz="1400"/>
              <a:t>Peer evaluation: </a:t>
            </a:r>
            <a:r>
              <a:rPr lang="en" sz="1400" i="1">
                <a:solidFill>
                  <a:srgbClr val="FF0000"/>
                </a:solidFill>
              </a:rPr>
              <a:t>5% of your project grade (out of 30%)</a:t>
            </a:r>
            <a:r>
              <a:rPr lang="en" sz="1400"/>
              <a:t> will be based on the peer evaluation with the faculty's professional judgement.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B5FB8A-C3C4-771C-1EA8-324BA04B1BAA}"/>
              </a:ext>
            </a:extLst>
          </p:cNvPr>
          <p:cNvSpPr>
            <a:spLocks noGrp="1"/>
          </p:cNvSpPr>
          <p:nvPr>
            <p:ph type="title"/>
          </p:nvPr>
        </p:nvSpPr>
        <p:spPr/>
        <p:txBody>
          <a:bodyPr/>
          <a:lstStyle/>
          <a:p>
            <a:r>
              <a:rPr lang="en-US"/>
              <a:t>Make Up</a:t>
            </a:r>
          </a:p>
        </p:txBody>
      </p:sp>
      <p:sp>
        <p:nvSpPr>
          <p:cNvPr id="6" name="Text Placeholder 5">
            <a:extLst>
              <a:ext uri="{FF2B5EF4-FFF2-40B4-BE49-F238E27FC236}">
                <a16:creationId xmlns:a16="http://schemas.microsoft.com/office/drawing/2014/main" id="{402EA950-6CDD-67EB-F824-FAEFE2F396DD}"/>
              </a:ext>
            </a:extLst>
          </p:cNvPr>
          <p:cNvSpPr>
            <a:spLocks noGrp="1"/>
          </p:cNvSpPr>
          <p:nvPr>
            <p:ph type="body" idx="1"/>
          </p:nvPr>
        </p:nvSpPr>
        <p:spPr>
          <a:xfrm>
            <a:off x="311700" y="3747923"/>
            <a:ext cx="8520600" cy="831301"/>
          </a:xfrm>
        </p:spPr>
        <p:txBody>
          <a:bodyPr/>
          <a:lstStyle/>
          <a:p>
            <a:pPr marL="114300" indent="0">
              <a:buNone/>
            </a:pPr>
            <a:r>
              <a:rPr lang="en-US"/>
              <a:t>Affected Week 13 Monday Classes </a:t>
            </a:r>
          </a:p>
        </p:txBody>
      </p:sp>
      <p:pic>
        <p:nvPicPr>
          <p:cNvPr id="10" name="Picture 9" descr="A close up of a document&#10;&#10;AI-generated content may be incorrect.">
            <a:extLst>
              <a:ext uri="{FF2B5EF4-FFF2-40B4-BE49-F238E27FC236}">
                <a16:creationId xmlns:a16="http://schemas.microsoft.com/office/drawing/2014/main" id="{0F649610-C2A4-BB46-5607-1613F1805F26}"/>
              </a:ext>
            </a:extLst>
          </p:cNvPr>
          <p:cNvPicPr>
            <a:picLocks noChangeAspect="1"/>
          </p:cNvPicPr>
          <p:nvPr/>
        </p:nvPicPr>
        <p:blipFill>
          <a:blip r:embed="rId2"/>
          <a:stretch>
            <a:fillRect/>
          </a:stretch>
        </p:blipFill>
        <p:spPr>
          <a:xfrm>
            <a:off x="444137" y="1332571"/>
            <a:ext cx="7772400" cy="2121407"/>
          </a:xfrm>
          <a:prstGeom prst="rect">
            <a:avLst/>
          </a:prstGeom>
        </p:spPr>
      </p:pic>
    </p:spTree>
    <p:extLst>
      <p:ext uri="{BB962C8B-B14F-4D97-AF65-F5344CB8AC3E}">
        <p14:creationId xmlns:p14="http://schemas.microsoft.com/office/powerpoint/2010/main" val="3161314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Incomplete (“I”) Grade</a:t>
            </a:r>
            <a:endParaRPr/>
          </a:p>
        </p:txBody>
      </p:sp>
      <p:sp>
        <p:nvSpPr>
          <p:cNvPr id="194" name="Google Shape;194;p1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600"/>
              <a:t>A student must fulfill the following criteria for an “I” grade.</a:t>
            </a:r>
            <a:endParaRPr sz="1600"/>
          </a:p>
          <a:p>
            <a:pPr marL="457200" marR="0" lvl="0" indent="-342900" algn="l" rtl="0">
              <a:lnSpc>
                <a:spcPct val="115000"/>
              </a:lnSpc>
              <a:spcBef>
                <a:spcPts val="1600"/>
              </a:spcBef>
              <a:spcAft>
                <a:spcPts val="0"/>
              </a:spcAft>
              <a:buSzPts val="1800"/>
              <a:buChar char="●"/>
            </a:pPr>
            <a:r>
              <a:rPr lang="en" sz="1600"/>
              <a:t>The student is unable to fulfill the course requirement either because of an illness or extenuating circumstances beyond his/her control.</a:t>
            </a:r>
            <a:endParaRPr sz="1600"/>
          </a:p>
          <a:p>
            <a:r>
              <a:rPr lang="en" sz="1600"/>
              <a:t>Student must achieve at least 75% attendance in the course. </a:t>
            </a:r>
            <a:endParaRPr sz="1600"/>
          </a:p>
          <a:p>
            <a:r>
              <a:rPr lang="en" sz="1600"/>
              <a:t>You are not eligible for ‘I’ grade if you miss the </a:t>
            </a:r>
            <a:r>
              <a:rPr lang="en" sz="1600" b="1"/>
              <a:t>Lab Test </a:t>
            </a:r>
            <a:r>
              <a:rPr lang="en" sz="1600"/>
              <a:t>even with valid reasons!</a:t>
            </a:r>
            <a:endParaRPr sz="1600"/>
          </a:p>
          <a:p>
            <a:pPr marL="457200" marR="0" lvl="0" indent="-342900" algn="l" rtl="0">
              <a:lnSpc>
                <a:spcPct val="115000"/>
              </a:lnSpc>
              <a:spcBef>
                <a:spcPts val="0"/>
              </a:spcBef>
              <a:spcAft>
                <a:spcPts val="0"/>
              </a:spcAft>
              <a:buSzPts val="1800"/>
              <a:buChar char="●"/>
            </a:pPr>
            <a:r>
              <a:rPr lang="en" sz="1600"/>
              <a:t>Your academic performance must be satisfactory (accumulated score for all attempted components must be at least be 45% of total possible score).</a:t>
            </a:r>
            <a:endParaRPr sz="1600"/>
          </a:p>
          <a:p>
            <a:pPr marL="0" marR="0" lvl="0" indent="0" algn="l" rtl="0">
              <a:lnSpc>
                <a:spcPct val="115000"/>
              </a:lnSpc>
              <a:spcBef>
                <a:spcPts val="1600"/>
              </a:spcBef>
              <a:spcAft>
                <a:spcPts val="1600"/>
              </a:spcAft>
              <a:buSzPts val="1800"/>
              <a:buNone/>
            </a:pP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7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Academic Integrity</a:t>
            </a:r>
            <a:endParaRPr/>
          </a:p>
        </p:txBody>
      </p:sp>
      <p:sp>
        <p:nvSpPr>
          <p:cNvPr id="200" name="Google Shape;200;p75"/>
          <p:cNvSpPr txBox="1">
            <a:spLocks noGrp="1"/>
          </p:cNvSpPr>
          <p:nvPr>
            <p:ph type="body" idx="1"/>
          </p:nvPr>
        </p:nvSpPr>
        <p:spPr>
          <a:xfrm>
            <a:off x="311700" y="1225225"/>
            <a:ext cx="8520600" cy="360235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sz="1600"/>
              <a:t>All acts of academic dishonesty (including, but not limited to, plagiarism, cheating, fabrication, facilitation of acts of academic dishonesty by others, unauthorized possession of exam questions, or tampering with the academic work of other students) are serious offences.</a:t>
            </a:r>
            <a:endParaRPr sz="1600"/>
          </a:p>
          <a:p>
            <a:pPr marL="457200" lvl="0" indent="-342900" algn="l" rtl="0">
              <a:lnSpc>
                <a:spcPct val="115000"/>
              </a:lnSpc>
              <a:spcBef>
                <a:spcPts val="0"/>
              </a:spcBef>
              <a:spcAft>
                <a:spcPts val="0"/>
              </a:spcAft>
              <a:buSzPts val="1800"/>
              <a:buChar char="●"/>
            </a:pPr>
            <a:r>
              <a:rPr lang="en" sz="1600"/>
              <a:t>All work (whether oral or written) submitted for purposes of assessment must be the student’s own work. Penalties for violation of the policy range from zero marks for the component assessment to expulsion, depending on the nature of the offence.</a:t>
            </a:r>
            <a:endParaRPr sz="1600"/>
          </a:p>
          <a:p>
            <a:pPr marL="457200" lvl="0" indent="-342900" algn="l" rtl="0">
              <a:lnSpc>
                <a:spcPct val="115000"/>
              </a:lnSpc>
              <a:spcBef>
                <a:spcPts val="0"/>
              </a:spcBef>
              <a:spcAft>
                <a:spcPts val="0"/>
              </a:spcAft>
              <a:buSzPts val="1800"/>
              <a:buChar char="●"/>
            </a:pPr>
            <a:r>
              <a:rPr lang="en" sz="1600"/>
              <a:t>When in doubt, students should consult the instructors of the course.</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7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Plagiarism Management</a:t>
            </a:r>
            <a:endParaRPr/>
          </a:p>
        </p:txBody>
      </p:sp>
      <p:sp>
        <p:nvSpPr>
          <p:cNvPr id="206" name="Google Shape;206;p76"/>
          <p:cNvSpPr txBox="1">
            <a:spLocks noGrp="1"/>
          </p:cNvSpPr>
          <p:nvPr>
            <p:ph type="body" idx="1"/>
          </p:nvPr>
        </p:nvSpPr>
        <p:spPr>
          <a:xfrm>
            <a:off x="311700" y="1225225"/>
            <a:ext cx="8520600" cy="788565"/>
          </a:xfrm>
          <a:prstGeom prst="rect">
            <a:avLst/>
          </a:prstGeom>
          <a:noFill/>
          <a:ln>
            <a:noFill/>
          </a:ln>
        </p:spPr>
        <p:txBody>
          <a:bodyPr spcFirstLastPara="1" wrap="square" lIns="91425" tIns="91425" rIns="91425" bIns="91425" anchor="t" anchorCtr="0">
            <a:noAutofit/>
          </a:bodyPr>
          <a:lstStyle/>
          <a:p>
            <a:r>
              <a:rPr lang="en" sz="1600"/>
              <a:t>If you plagiarize, e.g. copy other people’s work for your project or cheat in any test (offline, online), this is the process we follow:</a:t>
            </a:r>
            <a:endParaRPr sz="1600"/>
          </a:p>
        </p:txBody>
      </p:sp>
      <p:sp>
        <p:nvSpPr>
          <p:cNvPr id="207" name="Google Shape;207;p76"/>
          <p:cNvSpPr txBox="1"/>
          <p:nvPr/>
        </p:nvSpPr>
        <p:spPr>
          <a:xfrm>
            <a:off x="415848" y="2346502"/>
            <a:ext cx="2551289" cy="338554"/>
          </a:xfrm>
          <a:prstGeom prst="rect">
            <a:avLst/>
          </a:prstGeom>
          <a:solidFill>
            <a:srgbClr val="DD970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a:ea typeface="Helvetica Neue"/>
                <a:cs typeface="Helvetica Neue"/>
                <a:sym typeface="Helvetica Neue"/>
              </a:rPr>
              <a:t>Detection</a:t>
            </a:r>
            <a:endParaRPr sz="1400" b="0" i="0" u="none" strike="noStrike" cap="none">
              <a:solidFill>
                <a:srgbClr val="000000"/>
              </a:solidFill>
              <a:latin typeface="Arial"/>
              <a:ea typeface="Arial"/>
              <a:cs typeface="Arial"/>
              <a:sym typeface="Arial"/>
            </a:endParaRPr>
          </a:p>
        </p:txBody>
      </p:sp>
      <p:sp>
        <p:nvSpPr>
          <p:cNvPr id="208" name="Google Shape;208;p76"/>
          <p:cNvSpPr txBox="1"/>
          <p:nvPr/>
        </p:nvSpPr>
        <p:spPr>
          <a:xfrm>
            <a:off x="3266293" y="2328020"/>
            <a:ext cx="2551289" cy="338554"/>
          </a:xfrm>
          <a:prstGeom prst="rect">
            <a:avLst/>
          </a:prstGeom>
          <a:solidFill>
            <a:srgbClr val="DD970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a:ea typeface="Helvetica Neue"/>
                <a:cs typeface="Helvetica Neue"/>
                <a:sym typeface="Helvetica Neue"/>
              </a:rPr>
              <a:t>Investigation</a:t>
            </a:r>
            <a:endParaRPr sz="1400" b="0" i="0" u="none" strike="noStrike" cap="none">
              <a:solidFill>
                <a:srgbClr val="000000"/>
              </a:solidFill>
              <a:latin typeface="Arial"/>
              <a:ea typeface="Arial"/>
              <a:cs typeface="Arial"/>
              <a:sym typeface="Arial"/>
            </a:endParaRPr>
          </a:p>
        </p:txBody>
      </p:sp>
      <p:sp>
        <p:nvSpPr>
          <p:cNvPr id="209" name="Google Shape;209;p76"/>
          <p:cNvSpPr txBox="1"/>
          <p:nvPr/>
        </p:nvSpPr>
        <p:spPr>
          <a:xfrm>
            <a:off x="6240430" y="2346502"/>
            <a:ext cx="2551289" cy="338554"/>
          </a:xfrm>
          <a:prstGeom prst="rect">
            <a:avLst/>
          </a:prstGeom>
          <a:solidFill>
            <a:srgbClr val="DD970C"/>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a:ea typeface="Helvetica Neue"/>
                <a:cs typeface="Helvetica Neue"/>
                <a:sym typeface="Helvetica Neue"/>
              </a:rPr>
              <a:t>Sanctions</a:t>
            </a:r>
            <a:endParaRPr sz="1400" b="0" i="0" u="none" strike="noStrike" cap="none">
              <a:solidFill>
                <a:srgbClr val="000000"/>
              </a:solidFill>
              <a:latin typeface="Arial"/>
              <a:ea typeface="Arial"/>
              <a:cs typeface="Arial"/>
              <a:sym typeface="Arial"/>
            </a:endParaRPr>
          </a:p>
        </p:txBody>
      </p:sp>
      <p:sp>
        <p:nvSpPr>
          <p:cNvPr id="210" name="Google Shape;210;p76"/>
          <p:cNvSpPr txBox="1"/>
          <p:nvPr/>
        </p:nvSpPr>
        <p:spPr>
          <a:xfrm>
            <a:off x="415848" y="2725953"/>
            <a:ext cx="2551289" cy="1323439"/>
          </a:xfrm>
          <a:prstGeom prst="rect">
            <a:avLst/>
          </a:prstGeom>
          <a:solidFill>
            <a:srgbClr val="FFC000">
              <a:alpha val="50588"/>
            </a:srgbClr>
          </a:solid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E-learn team or Faculty</a:t>
            </a:r>
            <a:endParaRPr sz="1400" b="0" i="0" u="none" strike="noStrike" cap="none">
              <a:solidFill>
                <a:srgbClr val="000000"/>
              </a:solidFill>
              <a:latin typeface="Arial"/>
              <a:ea typeface="Arial"/>
              <a:cs typeface="Arial"/>
              <a:sym typeface="Arial"/>
            </a:endParaRPr>
          </a:p>
          <a:p>
            <a:pPr marL="342900" indent="-342900">
              <a:buSzPts val="1600"/>
              <a:buFont typeface="Arial"/>
              <a:buChar char="•"/>
            </a:pPr>
            <a:r>
              <a:rPr lang="en" sz="1600" b="0" i="0" u="none" strike="noStrike" cap="none">
                <a:solidFill>
                  <a:srgbClr val="000000"/>
                </a:solidFill>
                <a:latin typeface="Helvetica Neue"/>
                <a:ea typeface="Helvetica Neue"/>
                <a:cs typeface="Helvetica Neue"/>
                <a:sym typeface="Helvetica Neue"/>
              </a:rPr>
              <a:t>Inform Dean’s office (</a:t>
            </a:r>
            <a:r>
              <a:rPr lang="en" sz="1600" b="0" i="0" u="none" strike="noStrike" cap="none" err="1">
                <a:solidFill>
                  <a:srgbClr val="000000"/>
                </a:solidFill>
                <a:latin typeface="Helvetica Neue"/>
                <a:ea typeface="Helvetica Neue"/>
                <a:cs typeface="Helvetica Neue"/>
                <a:sym typeface="Helvetica Neue"/>
              </a:rPr>
              <a:t>Jeandie</a:t>
            </a:r>
            <a:r>
              <a:rPr lang="en" sz="1600">
                <a:latin typeface="Helvetica Neue"/>
                <a:ea typeface="Helvetica Neue"/>
                <a:cs typeface="Helvetica Neue"/>
                <a:sym typeface="Helvetica Neue"/>
              </a:rPr>
              <a:t> LIM</a:t>
            </a:r>
            <a:r>
              <a:rPr lang="en" sz="1600" b="0" i="0" u="none" strike="noStrike" cap="none">
                <a:solidFill>
                  <a:srgbClr val="000000"/>
                </a:solidFill>
                <a:latin typeface="Helvetica Neue"/>
                <a:ea typeface="Helvetica Neue"/>
                <a:cs typeface="Helvetica Neue"/>
                <a:sym typeface="Helvetica Neue"/>
              </a:rPr>
              <a:t>)</a:t>
            </a:r>
            <a:endParaRPr sz="1400" b="0" i="0" u="none" strike="noStrike" cap="none">
              <a:solidFill>
                <a:srgbClr val="000000"/>
              </a:solidFill>
              <a:latin typeface="Arial"/>
              <a:ea typeface="Arial"/>
              <a:cs typeface="Arial"/>
              <a:sym typeface="Arial"/>
            </a:endParaRPr>
          </a:p>
          <a:p>
            <a:pPr marL="342900" marR="0" lvl="0" indent="-24130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Helvetica Neue"/>
              <a:ea typeface="Helvetica Neue"/>
              <a:cs typeface="Helvetica Neue"/>
              <a:sym typeface="Helvetica Neue"/>
            </a:endParaRPr>
          </a:p>
        </p:txBody>
      </p:sp>
      <p:sp>
        <p:nvSpPr>
          <p:cNvPr id="211" name="Google Shape;211;p76"/>
          <p:cNvSpPr txBox="1"/>
          <p:nvPr/>
        </p:nvSpPr>
        <p:spPr>
          <a:xfrm>
            <a:off x="3266293" y="2725953"/>
            <a:ext cx="2551289" cy="1323439"/>
          </a:xfrm>
          <a:prstGeom prst="rect">
            <a:avLst/>
          </a:prstGeom>
          <a:solidFill>
            <a:srgbClr val="FFC000">
              <a:alpha val="50588"/>
            </a:srgbClr>
          </a:solid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E-learn team or Faculty</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Dean’s office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Office of Dean of Students</a:t>
            </a:r>
            <a:endParaRPr sz="1400" b="0" i="0" u="none" strike="noStrike" cap="none">
              <a:solidFill>
                <a:srgbClr val="000000"/>
              </a:solidFill>
              <a:latin typeface="Arial"/>
              <a:ea typeface="Arial"/>
              <a:cs typeface="Arial"/>
              <a:sym typeface="Arial"/>
            </a:endParaRPr>
          </a:p>
        </p:txBody>
      </p:sp>
      <p:sp>
        <p:nvSpPr>
          <p:cNvPr id="212" name="Google Shape;212;p76"/>
          <p:cNvSpPr txBox="1"/>
          <p:nvPr/>
        </p:nvSpPr>
        <p:spPr>
          <a:xfrm>
            <a:off x="6240430" y="2725953"/>
            <a:ext cx="2551289" cy="1323439"/>
          </a:xfrm>
          <a:prstGeom prst="rect">
            <a:avLst/>
          </a:prstGeom>
          <a:solidFill>
            <a:srgbClr val="FFC000">
              <a:alpha val="50588"/>
            </a:srgbClr>
          </a:solid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Office of Dean of Students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Dean’s office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600"/>
              <a:buFont typeface="Arial"/>
              <a:buChar char="•"/>
            </a:pPr>
            <a:r>
              <a:rPr lang="en" sz="1600" b="0" i="0" u="none" strike="noStrike" cap="none">
                <a:solidFill>
                  <a:srgbClr val="000000"/>
                </a:solidFill>
                <a:latin typeface="Helvetica Neue"/>
                <a:ea typeface="Helvetica Neue"/>
                <a:cs typeface="Helvetica Neue"/>
                <a:sym typeface="Helvetica Neue"/>
              </a:rPr>
              <a:t>RO</a:t>
            </a:r>
            <a:endParaRPr sz="1400" b="0" i="0" u="none" strike="noStrike" cap="none">
              <a:solidFill>
                <a:srgbClr val="000000"/>
              </a:solidFill>
              <a:latin typeface="Arial"/>
              <a:ea typeface="Arial"/>
              <a:cs typeface="Arial"/>
              <a:sym typeface="Arial"/>
            </a:endParaRPr>
          </a:p>
          <a:p>
            <a:pPr marL="342900" marR="0" lvl="0" indent="-24130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7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Copyright of Course Materials</a:t>
            </a:r>
            <a:endParaRPr/>
          </a:p>
        </p:txBody>
      </p:sp>
      <p:pic>
        <p:nvPicPr>
          <p:cNvPr id="218" name="Google Shape;218;p77" descr="Text&#10;&#10;Description automatically generated"/>
          <p:cNvPicPr preferRelativeResize="0"/>
          <p:nvPr/>
        </p:nvPicPr>
        <p:blipFill rotWithShape="1">
          <a:blip r:embed="rId3">
            <a:alphaModFix/>
          </a:blip>
          <a:srcRect/>
          <a:stretch/>
        </p:blipFill>
        <p:spPr>
          <a:xfrm>
            <a:off x="311700" y="1147225"/>
            <a:ext cx="8283388" cy="376428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References</a:t>
            </a:r>
            <a:endParaRPr/>
          </a:p>
        </p:txBody>
      </p:sp>
      <p:sp>
        <p:nvSpPr>
          <p:cNvPr id="224" name="Google Shape;224;p1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r>
              <a:rPr lang="en" u="sng">
                <a:solidFill>
                  <a:schemeClr val="hlink"/>
                </a:solidFill>
                <a:ea typeface="Calibri"/>
              </a:rPr>
              <a:t>Learning PHP, MySQL &amp; JavaScript, 7th edition, O’Reilly, Robin Nixon, ISBN13: 978-1098152352</a:t>
            </a:r>
            <a:endParaRPr lang="en-US">
              <a:solidFill>
                <a:schemeClr val="hlink"/>
              </a:solidFill>
            </a:endParaRPr>
          </a:p>
          <a:p>
            <a:pPr>
              <a:lnSpc>
                <a:spcPct val="114999"/>
              </a:lnSpc>
            </a:pPr>
            <a:r>
              <a:rPr lang="en" u="sng">
                <a:solidFill>
                  <a:srgbClr val="57BB8A"/>
                </a:solidFill>
                <a:ea typeface="Calibri"/>
              </a:rPr>
              <a:t>Vue.js 3 in Action, Marcus C. Lauritsen,  ISBN13: 979-8291099803</a:t>
            </a:r>
            <a:endParaRPr/>
          </a:p>
          <a:p>
            <a:pPr marL="457200" lvl="0" indent="-317500" algn="l" rtl="0">
              <a:lnSpc>
                <a:spcPct val="115000"/>
              </a:lnSpc>
              <a:spcBef>
                <a:spcPts val="0"/>
              </a:spcBef>
              <a:spcAft>
                <a:spcPts val="0"/>
              </a:spcAft>
              <a:buSzPts val="1400"/>
              <a:buChar char="●"/>
            </a:pPr>
            <a:r>
              <a:rPr lang="en"/>
              <a:t>Online resources will be provided for each topic.</a:t>
            </a:r>
            <a:endParaRPr/>
          </a:p>
          <a:p>
            <a:pPr marL="457200" lvl="0" indent="0" algn="l" rtl="0">
              <a:lnSpc>
                <a:spcPct val="115000"/>
              </a:lnSpc>
              <a:spcBef>
                <a:spcPts val="600"/>
              </a:spcBef>
              <a:spcAft>
                <a:spcPts val="1600"/>
              </a:spcAft>
              <a:buSzPts val="1400"/>
              <a:buNone/>
            </a:pPr>
            <a:endParaRPr/>
          </a:p>
        </p:txBody>
      </p:sp>
      <p:sp>
        <p:nvSpPr>
          <p:cNvPr id="227" name="Google Shape;227;p16"/>
          <p:cNvSpPr/>
          <p:nvPr/>
        </p:nvSpPr>
        <p:spPr>
          <a:xfrm>
            <a:off x="5886928" y="1458480"/>
            <a:ext cx="1889700" cy="673800"/>
          </a:xfrm>
          <a:prstGeom prst="wedgeRoundRectCallout">
            <a:avLst>
              <a:gd name="adj1" fmla="val -45237"/>
              <a:gd name="adj2" fmla="val 6638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Learning by doing.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8"/>
          <p:cNvSpPr txBox="1">
            <a:spLocks noGrp="1"/>
          </p:cNvSpPr>
          <p:nvPr>
            <p:ph type="ctrTitle"/>
          </p:nvPr>
        </p:nvSpPr>
        <p:spPr>
          <a:xfrm>
            <a:off x="3044700" y="1444255"/>
            <a:ext cx="3927600"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100"/>
              <a:buFont typeface="Arial"/>
              <a:buNone/>
            </a:pPr>
            <a:r>
              <a:rPr lang="en"/>
              <a:t>Web Application Development II</a:t>
            </a:r>
            <a:endParaRPr/>
          </a:p>
        </p:txBody>
      </p:sp>
      <p:sp>
        <p:nvSpPr>
          <p:cNvPr id="238" name="Google Shape;238;p18"/>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1: Background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44" name="Google Shape;244;p19"/>
          <p:cNvPicPr preferRelativeResize="0"/>
          <p:nvPr/>
        </p:nvPicPr>
        <p:blipFill rotWithShape="1">
          <a:blip r:embed="rId3">
            <a:alphaModFix/>
          </a:blip>
          <a:srcRect/>
          <a:stretch/>
        </p:blipFill>
        <p:spPr>
          <a:xfrm>
            <a:off x="4617250" y="1225213"/>
            <a:ext cx="3562614" cy="3691475"/>
          </a:xfrm>
          <a:prstGeom prst="rect">
            <a:avLst/>
          </a:prstGeom>
          <a:noFill/>
          <a:ln>
            <a:noFill/>
          </a:ln>
        </p:spPr>
      </p:pic>
      <p:sp>
        <p:nvSpPr>
          <p:cNvPr id="245" name="Google Shape;245;p19"/>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a:t>There are many “computers” that hold many files.</a:t>
            </a:r>
            <a:endParaRPr/>
          </a:p>
          <a:p>
            <a:pPr marL="457200" lvl="0" indent="-317500" algn="l" rtl="0">
              <a:lnSpc>
                <a:spcPct val="115000"/>
              </a:lnSpc>
              <a:spcBef>
                <a:spcPts val="0"/>
              </a:spcBef>
              <a:spcAft>
                <a:spcPts val="0"/>
              </a:spcAft>
              <a:buSzPts val="1400"/>
              <a:buChar char="●"/>
            </a:pPr>
            <a:r>
              <a:rPr lang="en"/>
              <a:t>The computers are connected through network.</a:t>
            </a:r>
            <a:endParaRPr/>
          </a:p>
          <a:p>
            <a:pPr marL="457200" lvl="0" indent="-317500" algn="l" rtl="0">
              <a:lnSpc>
                <a:spcPct val="115000"/>
              </a:lnSpc>
              <a:spcBef>
                <a:spcPts val="0"/>
              </a:spcBef>
              <a:spcAft>
                <a:spcPts val="0"/>
              </a:spcAft>
              <a:buSzPts val="1400"/>
              <a:buChar char="●"/>
            </a:pPr>
            <a:r>
              <a:rPr lang="en"/>
              <a:t>The Web provides a way to access those files on different computers.</a:t>
            </a:r>
            <a:endParaRPr/>
          </a:p>
          <a:p>
            <a:pPr marL="457200" lvl="0" indent="-317500" algn="l" rtl="0">
              <a:lnSpc>
                <a:spcPct val="115000"/>
              </a:lnSpc>
              <a:spcBef>
                <a:spcPts val="0"/>
              </a:spcBef>
              <a:spcAft>
                <a:spcPts val="0"/>
              </a:spcAft>
              <a:buSzPts val="1400"/>
              <a:buChar char="●"/>
            </a:pPr>
            <a:r>
              <a:rPr lang="en"/>
              <a:t>Sometimes the files are generated based on the request.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51" name="Google Shape;251;p20"/>
          <p:cNvPicPr preferRelativeResize="0"/>
          <p:nvPr/>
        </p:nvPicPr>
        <p:blipFill rotWithShape="1">
          <a:blip r:embed="rId3">
            <a:alphaModFix/>
          </a:blip>
          <a:srcRect/>
          <a:stretch/>
        </p:blipFill>
        <p:spPr>
          <a:xfrm>
            <a:off x="673624" y="1371150"/>
            <a:ext cx="3597800" cy="2991225"/>
          </a:xfrm>
          <a:prstGeom prst="rect">
            <a:avLst/>
          </a:prstGeom>
          <a:noFill/>
          <a:ln>
            <a:noFill/>
          </a:ln>
        </p:spPr>
      </p:pic>
      <p:pic>
        <p:nvPicPr>
          <p:cNvPr id="252" name="Google Shape;252;p20"/>
          <p:cNvPicPr preferRelativeResize="0"/>
          <p:nvPr/>
        </p:nvPicPr>
        <p:blipFill rotWithShape="1">
          <a:blip r:embed="rId4">
            <a:alphaModFix/>
          </a:blip>
          <a:srcRect/>
          <a:stretch/>
        </p:blipFill>
        <p:spPr>
          <a:xfrm>
            <a:off x="5143499" y="1371150"/>
            <a:ext cx="3084874" cy="3079800"/>
          </a:xfrm>
          <a:prstGeom prst="rect">
            <a:avLst/>
          </a:prstGeom>
          <a:noFill/>
          <a:ln>
            <a:noFill/>
          </a:ln>
        </p:spPr>
      </p:pic>
      <p:sp>
        <p:nvSpPr>
          <p:cNvPr id="253" name="Google Shape;253;p20"/>
          <p:cNvSpPr txBox="1"/>
          <p:nvPr/>
        </p:nvSpPr>
        <p:spPr>
          <a:xfrm>
            <a:off x="1658750" y="4362375"/>
            <a:ext cx="1056900" cy="449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The fibres</a:t>
            </a:r>
            <a:endParaRPr sz="1400" b="0" i="0" u="none" strike="noStrike" cap="none">
              <a:solidFill>
                <a:srgbClr val="000000"/>
              </a:solidFill>
              <a:latin typeface="Arial"/>
              <a:ea typeface="Arial"/>
              <a:cs typeface="Arial"/>
              <a:sym typeface="Arial"/>
            </a:endParaRPr>
          </a:p>
        </p:txBody>
      </p:sp>
      <p:sp>
        <p:nvSpPr>
          <p:cNvPr id="254" name="Google Shape;254;p20"/>
          <p:cNvSpPr txBox="1"/>
          <p:nvPr/>
        </p:nvSpPr>
        <p:spPr>
          <a:xfrm>
            <a:off x="6157500" y="4450950"/>
            <a:ext cx="1266900" cy="449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The Internet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60" name="Google Shape;260;p21"/>
          <p:cNvPicPr preferRelativeResize="0"/>
          <p:nvPr/>
        </p:nvPicPr>
        <p:blipFill rotWithShape="1">
          <a:blip r:embed="rId3">
            <a:alphaModFix/>
          </a:blip>
          <a:srcRect/>
          <a:stretch/>
        </p:blipFill>
        <p:spPr>
          <a:xfrm>
            <a:off x="1137550" y="1579775"/>
            <a:ext cx="6561199" cy="2492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66" name="Google Shape;266;p22"/>
          <p:cNvPicPr preferRelativeResize="0"/>
          <p:nvPr/>
        </p:nvPicPr>
        <p:blipFill rotWithShape="1">
          <a:blip r:embed="rId3">
            <a:alphaModFix/>
          </a:blip>
          <a:srcRect/>
          <a:stretch/>
        </p:blipFill>
        <p:spPr>
          <a:xfrm>
            <a:off x="1316500" y="1385000"/>
            <a:ext cx="6160950" cy="2816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72" name="Google Shape;272;p23"/>
          <p:cNvPicPr preferRelativeResize="0"/>
          <p:nvPr/>
        </p:nvPicPr>
        <p:blipFill rotWithShape="1">
          <a:blip r:embed="rId3">
            <a:alphaModFix/>
          </a:blip>
          <a:srcRect/>
          <a:stretch/>
        </p:blipFill>
        <p:spPr>
          <a:xfrm>
            <a:off x="1429639" y="1370475"/>
            <a:ext cx="6284725" cy="29250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a:t>
            </a:r>
            <a:endParaRPr/>
          </a:p>
        </p:txBody>
      </p:sp>
      <p:pic>
        <p:nvPicPr>
          <p:cNvPr id="278" name="Google Shape;278;p24"/>
          <p:cNvPicPr preferRelativeResize="0"/>
          <p:nvPr/>
        </p:nvPicPr>
        <p:blipFill rotWithShape="1">
          <a:blip r:embed="rId3">
            <a:alphaModFix/>
          </a:blip>
          <a:srcRect/>
          <a:stretch/>
        </p:blipFill>
        <p:spPr>
          <a:xfrm>
            <a:off x="2617287" y="1547175"/>
            <a:ext cx="3909424" cy="2708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 Browsers</a:t>
            </a:r>
            <a:endParaRPr/>
          </a:p>
        </p:txBody>
      </p:sp>
      <p:pic>
        <p:nvPicPr>
          <p:cNvPr id="284" name="Google Shape;284;p25"/>
          <p:cNvPicPr preferRelativeResize="0"/>
          <p:nvPr/>
        </p:nvPicPr>
        <p:blipFill rotWithShape="1">
          <a:blip r:embed="rId3">
            <a:alphaModFix/>
          </a:blip>
          <a:srcRect/>
          <a:stretch/>
        </p:blipFill>
        <p:spPr>
          <a:xfrm>
            <a:off x="1775886" y="1444650"/>
            <a:ext cx="5592225" cy="3100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 Speed</a:t>
            </a:r>
            <a:endParaRPr/>
          </a:p>
        </p:txBody>
      </p:sp>
      <p:pic>
        <p:nvPicPr>
          <p:cNvPr id="290" name="Google Shape;290;p26"/>
          <p:cNvPicPr preferRelativeResize="0"/>
          <p:nvPr/>
        </p:nvPicPr>
        <p:blipFill rotWithShape="1">
          <a:blip r:embed="rId3">
            <a:alphaModFix/>
          </a:blip>
          <a:srcRect/>
          <a:stretch/>
        </p:blipFill>
        <p:spPr>
          <a:xfrm>
            <a:off x="3605150" y="1432987"/>
            <a:ext cx="4893501" cy="2277525"/>
          </a:xfrm>
          <a:prstGeom prst="rect">
            <a:avLst/>
          </a:prstGeom>
          <a:noFill/>
          <a:ln>
            <a:noFill/>
          </a:ln>
        </p:spPr>
      </p:pic>
      <p:sp>
        <p:nvSpPr>
          <p:cNvPr id="291" name="Google Shape;291;p26"/>
          <p:cNvSpPr txBox="1">
            <a:spLocks noGrp="1"/>
          </p:cNvSpPr>
          <p:nvPr>
            <p:ph type="body" idx="1"/>
          </p:nvPr>
        </p:nvSpPr>
        <p:spPr>
          <a:xfrm>
            <a:off x="311700" y="1225225"/>
            <a:ext cx="32331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Network speed </a:t>
            </a:r>
            <a:endParaRPr b="1"/>
          </a:p>
          <a:p>
            <a:pPr marL="0" lvl="0" indent="0" algn="l" rtl="0">
              <a:lnSpc>
                <a:spcPct val="115000"/>
              </a:lnSpc>
              <a:spcBef>
                <a:spcPts val="1600"/>
              </a:spcBef>
              <a:spcAft>
                <a:spcPts val="0"/>
              </a:spcAft>
              <a:buSzPts val="1400"/>
              <a:buNone/>
            </a:pPr>
            <a:r>
              <a:rPr lang="en"/>
              <a:t>Network bandwidth, traffic, location of server, number of trips, size of the files, etc. </a:t>
            </a:r>
            <a:endParaRPr/>
          </a:p>
          <a:p>
            <a:pPr marL="0" lvl="0" indent="0" algn="l" rtl="0">
              <a:lnSpc>
                <a:spcPct val="115000"/>
              </a:lnSpc>
              <a:spcBef>
                <a:spcPts val="1600"/>
              </a:spcBef>
              <a:spcAft>
                <a:spcPts val="0"/>
              </a:spcAft>
              <a:buSzPts val="1400"/>
              <a:buNone/>
            </a:pPr>
            <a:r>
              <a:rPr lang="en" b="1"/>
              <a:t>Rendering speed</a:t>
            </a:r>
            <a:endParaRPr b="1"/>
          </a:p>
          <a:p>
            <a:pPr marL="0" lvl="0" indent="0" algn="l" rtl="0">
              <a:lnSpc>
                <a:spcPct val="115000"/>
              </a:lnSpc>
              <a:spcBef>
                <a:spcPts val="1600"/>
              </a:spcBef>
              <a:spcAft>
                <a:spcPts val="1600"/>
              </a:spcAft>
              <a:buSzPts val="1400"/>
              <a:buNone/>
            </a:pPr>
            <a:r>
              <a:rPr lang="en"/>
              <a:t>Browser-dependent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How Web Works: Speed</a:t>
            </a:r>
            <a:endParaRPr/>
          </a:p>
        </p:txBody>
      </p:sp>
      <p:pic>
        <p:nvPicPr>
          <p:cNvPr id="297" name="Google Shape;297;p27"/>
          <p:cNvPicPr preferRelativeResize="0"/>
          <p:nvPr/>
        </p:nvPicPr>
        <p:blipFill rotWithShape="1">
          <a:blip r:embed="rId3">
            <a:alphaModFix/>
          </a:blip>
          <a:srcRect/>
          <a:stretch/>
        </p:blipFill>
        <p:spPr>
          <a:xfrm>
            <a:off x="3107525" y="1084850"/>
            <a:ext cx="2846300" cy="3801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8"/>
          <p:cNvSpPr txBox="1">
            <a:spLocks noGrp="1"/>
          </p:cNvSpPr>
          <p:nvPr>
            <p:ph type="title"/>
          </p:nvPr>
        </p:nvSpPr>
        <p:spPr>
          <a:xfrm>
            <a:off x="311700" y="315925"/>
            <a:ext cx="8520600" cy="831300"/>
          </a:xfrm>
        </p:spPr>
        <p:txBody>
          <a:bodyPr spcFirstLastPara="1" wrap="square" lIns="91425" tIns="91425" rIns="91425" bIns="91425" anchor="ctr" anchorCtr="0">
            <a:normAutofit/>
          </a:bodyPr>
          <a:lstStyle/>
          <a:p>
            <a:pPr marL="0" lvl="0" indent="0" rtl="0">
              <a:spcBef>
                <a:spcPts val="0"/>
              </a:spcBef>
              <a:spcAft>
                <a:spcPts val="0"/>
              </a:spcAft>
              <a:buSzPts val="4200"/>
              <a:buNone/>
            </a:pPr>
            <a:r>
              <a:rPr lang="en"/>
              <a:t>Backend	</a:t>
            </a:r>
            <a:endParaRPr lang="en-SG"/>
          </a:p>
        </p:txBody>
      </p:sp>
      <p:sp>
        <p:nvSpPr>
          <p:cNvPr id="304" name="Google Shape;304;p28"/>
          <p:cNvSpPr txBox="1">
            <a:spLocks noGrp="1"/>
          </p:cNvSpPr>
          <p:nvPr>
            <p:ph type="body" idx="4294967295"/>
          </p:nvPr>
        </p:nvSpPr>
        <p:spPr>
          <a:xfrm>
            <a:off x="311700" y="1337725"/>
            <a:ext cx="4069800" cy="3264408"/>
          </a:xfrm>
        </p:spPr>
        <p:txBody>
          <a:bodyPr spcFirstLastPara="1" lIns="91425" tIns="91425" rIns="91425" bIns="91425" anchor="t" anchorCtr="0">
            <a:normAutofit/>
          </a:bodyPr>
          <a:lstStyle/>
          <a:p>
            <a:pPr marL="0" lvl="0" indent="0">
              <a:spcAft>
                <a:spcPts val="600"/>
              </a:spcAft>
              <a:buClr>
                <a:srgbClr val="000000"/>
              </a:buClr>
              <a:buSzPts val="1400"/>
              <a:buFont typeface="Arial"/>
              <a:buNone/>
            </a:pPr>
            <a:r>
              <a:rPr lang="en-US" b="0" i="0" u="none" strike="noStrike" cap="none"/>
              <a:t>Node/Express/MongoDB Stack</a:t>
            </a:r>
          </a:p>
          <a:p>
            <a:pPr marL="0" lvl="0" indent="0">
              <a:spcAft>
                <a:spcPts val="600"/>
              </a:spcAft>
              <a:buClr>
                <a:srgbClr val="000000"/>
              </a:buClr>
              <a:buSzPts val="1400"/>
              <a:buFont typeface="Arial"/>
              <a:buNone/>
            </a:pPr>
            <a:r>
              <a:rPr lang="en-US" b="1" i="0" u="none" strike="noStrike" cap="none"/>
              <a:t>Node.js: </a:t>
            </a:r>
            <a:r>
              <a:rPr lang="en-US" b="0" i="0" u="none" strike="noStrike" cap="none"/>
              <a:t>runtime</a:t>
            </a:r>
          </a:p>
          <a:p>
            <a:pPr marL="0" lvl="0" indent="0">
              <a:spcAft>
                <a:spcPts val="600"/>
              </a:spcAft>
              <a:buClr>
                <a:srgbClr val="000000"/>
              </a:buClr>
              <a:buSzPts val="1400"/>
              <a:buFont typeface="Arial"/>
              <a:buNone/>
            </a:pPr>
            <a:r>
              <a:rPr lang="en-US" b="1" err="1"/>
              <a:t>Express.js</a:t>
            </a:r>
            <a:r>
              <a:rPr lang="en-US" b="1"/>
              <a:t>: </a:t>
            </a:r>
            <a:r>
              <a:rPr lang="en-US"/>
              <a:t>framework</a:t>
            </a:r>
          </a:p>
          <a:p>
            <a:pPr marL="0" lvl="0" indent="0">
              <a:spcAft>
                <a:spcPts val="600"/>
              </a:spcAft>
              <a:buClr>
                <a:srgbClr val="000000"/>
              </a:buClr>
              <a:buSzPts val="1400"/>
              <a:buFont typeface="Arial"/>
              <a:buNone/>
            </a:pPr>
            <a:r>
              <a:rPr lang="en-US" b="1" i="0" u="none" strike="noStrike" cap="none"/>
              <a:t>MongoDB: </a:t>
            </a:r>
            <a:r>
              <a:rPr lang="en-US" b="0" i="0" u="none" strike="noStrike" cap="none"/>
              <a:t>Database</a:t>
            </a:r>
          </a:p>
        </p:txBody>
      </p:sp>
      <p:pic>
        <p:nvPicPr>
          <p:cNvPr id="6" name="Picture 5" descr="A diagram of a full stack developer&#10;&#10;AI-generated content may be incorrect.">
            <a:extLst>
              <a:ext uri="{FF2B5EF4-FFF2-40B4-BE49-F238E27FC236}">
                <a16:creationId xmlns:a16="http://schemas.microsoft.com/office/drawing/2014/main" id="{D83429E7-5D89-1A0C-8B48-62CD2F24D4A2}"/>
              </a:ext>
            </a:extLst>
          </p:cNvPr>
          <p:cNvPicPr>
            <a:picLocks noChangeAspect="1"/>
          </p:cNvPicPr>
          <p:nvPr/>
        </p:nvPicPr>
        <p:blipFill>
          <a:blip r:embed="rId3"/>
          <a:stretch>
            <a:fillRect/>
          </a:stretch>
        </p:blipFill>
        <p:spPr>
          <a:xfrm>
            <a:off x="3944875" y="769721"/>
            <a:ext cx="4077008" cy="39962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Frontend 	</a:t>
            </a:r>
            <a:endParaRPr/>
          </a:p>
        </p:txBody>
      </p:sp>
      <p:sp>
        <p:nvSpPr>
          <p:cNvPr id="311" name="Google Shape;311;p29"/>
          <p:cNvSpPr txBox="1">
            <a:spLocks noGrp="1"/>
          </p:cNvSpPr>
          <p:nvPr>
            <p:ph type="body" idx="1"/>
          </p:nvPr>
        </p:nvSpPr>
        <p:spPr>
          <a:xfrm>
            <a:off x="311700" y="1225225"/>
            <a:ext cx="31932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HTML: </a:t>
            </a:r>
            <a:r>
              <a:rPr lang="en"/>
              <a:t>Content</a:t>
            </a:r>
            <a:endParaRPr/>
          </a:p>
          <a:p>
            <a:pPr marL="0" lvl="0" indent="0" algn="l" rtl="0">
              <a:lnSpc>
                <a:spcPct val="115000"/>
              </a:lnSpc>
              <a:spcBef>
                <a:spcPts val="1600"/>
              </a:spcBef>
              <a:spcAft>
                <a:spcPts val="0"/>
              </a:spcAft>
              <a:buSzPts val="1400"/>
              <a:buNone/>
            </a:pPr>
            <a:r>
              <a:rPr lang="en" b="1"/>
              <a:t>CSS</a:t>
            </a:r>
            <a:r>
              <a:rPr lang="en"/>
              <a:t>: Presentation</a:t>
            </a:r>
            <a:endParaRPr/>
          </a:p>
          <a:p>
            <a:pPr marL="0" lvl="0" indent="0" algn="l" rtl="0">
              <a:lnSpc>
                <a:spcPct val="115000"/>
              </a:lnSpc>
              <a:spcBef>
                <a:spcPts val="1600"/>
              </a:spcBef>
              <a:spcAft>
                <a:spcPts val="1600"/>
              </a:spcAft>
              <a:buSzPts val="1400"/>
              <a:buNone/>
            </a:pPr>
            <a:r>
              <a:rPr lang="en" b="1"/>
              <a:t>JavaScript</a:t>
            </a:r>
            <a:r>
              <a:rPr lang="en"/>
              <a:t>: Dynamic effects</a:t>
            </a:r>
            <a:endParaRPr/>
          </a:p>
        </p:txBody>
      </p:sp>
      <p:pic>
        <p:nvPicPr>
          <p:cNvPr id="2" name="Picture 1" descr="A diagram of a full stack developer&#10;&#10;AI-generated content may be incorrect.">
            <a:extLst>
              <a:ext uri="{FF2B5EF4-FFF2-40B4-BE49-F238E27FC236}">
                <a16:creationId xmlns:a16="http://schemas.microsoft.com/office/drawing/2014/main" id="{A18456E9-42B7-9680-D5A4-BC2B8DAA482A}"/>
              </a:ext>
            </a:extLst>
          </p:cNvPr>
          <p:cNvPicPr>
            <a:picLocks noChangeAspect="1"/>
          </p:cNvPicPr>
          <p:nvPr/>
        </p:nvPicPr>
        <p:blipFill>
          <a:blip r:embed="rId3"/>
          <a:stretch>
            <a:fillRect/>
          </a:stretch>
        </p:blipFill>
        <p:spPr>
          <a:xfrm>
            <a:off x="3944875" y="769721"/>
            <a:ext cx="4077008" cy="39962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Frontend 	</a:t>
            </a:r>
            <a:endParaRPr/>
          </a:p>
        </p:txBody>
      </p:sp>
      <p:sp>
        <p:nvSpPr>
          <p:cNvPr id="317" name="Google Shape;317;p3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HTML: </a:t>
            </a:r>
            <a:r>
              <a:rPr lang="en"/>
              <a:t>Content, </a:t>
            </a:r>
            <a:r>
              <a:rPr lang="en" i="1"/>
              <a:t>nouns </a:t>
            </a:r>
            <a:endParaRPr i="1"/>
          </a:p>
          <a:p>
            <a:pPr marL="0" lvl="0" indent="0" algn="l" rtl="0">
              <a:lnSpc>
                <a:spcPct val="115000"/>
              </a:lnSpc>
              <a:spcBef>
                <a:spcPts val="1600"/>
              </a:spcBef>
              <a:spcAft>
                <a:spcPts val="0"/>
              </a:spcAft>
              <a:buSzPts val="1400"/>
              <a:buNone/>
            </a:pPr>
            <a:r>
              <a:rPr lang="en" b="1"/>
              <a:t>CSS</a:t>
            </a:r>
            <a:r>
              <a:rPr lang="en"/>
              <a:t>: Presentation, </a:t>
            </a:r>
            <a:r>
              <a:rPr lang="en" i="1"/>
              <a:t>adjectives</a:t>
            </a:r>
            <a:endParaRPr i="1"/>
          </a:p>
          <a:p>
            <a:pPr marL="0" lvl="0" indent="0" algn="l" rtl="0">
              <a:lnSpc>
                <a:spcPct val="115000"/>
              </a:lnSpc>
              <a:spcBef>
                <a:spcPts val="1600"/>
              </a:spcBef>
              <a:spcAft>
                <a:spcPts val="1600"/>
              </a:spcAft>
              <a:buSzPts val="1400"/>
              <a:buNone/>
            </a:pPr>
            <a:r>
              <a:rPr lang="en" b="1"/>
              <a:t>Javascript</a:t>
            </a:r>
            <a:r>
              <a:rPr lang="en"/>
              <a:t>: Dynamic effects, </a:t>
            </a:r>
            <a:r>
              <a:rPr lang="en" i="1"/>
              <a:t>verbs</a:t>
            </a:r>
            <a:endParaRPr i="1"/>
          </a:p>
        </p:txBody>
      </p:sp>
      <p:sp>
        <p:nvSpPr>
          <p:cNvPr id="318" name="Google Shape;318;p3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a:t>
            </a:r>
            <a:endParaRPr b="1"/>
          </a:p>
          <a:p>
            <a:pPr marL="0" lvl="0" indent="0" algn="l" rtl="0">
              <a:lnSpc>
                <a:spcPct val="115000"/>
              </a:lnSpc>
              <a:spcBef>
                <a:spcPts val="1600"/>
              </a:spcBef>
              <a:spcAft>
                <a:spcPts val="0"/>
              </a:spcAft>
              <a:buSzPts val="1400"/>
              <a:buNone/>
            </a:pPr>
            <a:r>
              <a:rPr lang="en"/>
              <a:t>HTML: </a:t>
            </a:r>
            <a:r>
              <a:rPr lang="en" i="1"/>
              <a:t>&lt;p&gt;a paragraph is here. &lt;/p&gt;</a:t>
            </a:r>
            <a:endParaRPr i="1"/>
          </a:p>
          <a:p>
            <a:pPr marL="0" lvl="0" indent="0" algn="l" rtl="0">
              <a:lnSpc>
                <a:spcPct val="115000"/>
              </a:lnSpc>
              <a:spcBef>
                <a:spcPts val="1600"/>
              </a:spcBef>
              <a:spcAft>
                <a:spcPts val="0"/>
              </a:spcAft>
              <a:buSzPts val="1400"/>
              <a:buNone/>
            </a:pPr>
            <a:r>
              <a:rPr lang="en"/>
              <a:t>CSS: </a:t>
            </a:r>
            <a:r>
              <a:rPr lang="en" i="1"/>
              <a:t>p { color : red; }</a:t>
            </a:r>
            <a:endParaRPr i="1"/>
          </a:p>
          <a:p>
            <a:pPr marL="0" lvl="0" indent="0" algn="l" rtl="0">
              <a:lnSpc>
                <a:spcPct val="115000"/>
              </a:lnSpc>
              <a:spcBef>
                <a:spcPts val="1600"/>
              </a:spcBef>
              <a:spcAft>
                <a:spcPts val="1600"/>
              </a:spcAft>
              <a:buSzPts val="1400"/>
              <a:buNone/>
            </a:pPr>
            <a:r>
              <a:rPr lang="en"/>
              <a:t>Javascript: </a:t>
            </a:r>
            <a:r>
              <a:rPr lang="en" i="1"/>
              <a:t>p.hide()</a:t>
            </a:r>
            <a:endParaRPr i="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1"/>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
              <a:t>HTML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HTML</a:t>
            </a:r>
            <a:endParaRPr/>
          </a:p>
        </p:txBody>
      </p:sp>
      <p:sp>
        <p:nvSpPr>
          <p:cNvPr id="329" name="Google Shape;329;p3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err="1"/>
              <a:t>H</a:t>
            </a:r>
            <a:r>
              <a:rPr lang="en" err="1"/>
              <a:t>yper</a:t>
            </a:r>
            <a:r>
              <a:rPr lang="en" b="1" err="1"/>
              <a:t>T</a:t>
            </a:r>
            <a:r>
              <a:rPr lang="en" err="1"/>
              <a:t>ext</a:t>
            </a:r>
            <a:r>
              <a:rPr lang="en"/>
              <a:t> </a:t>
            </a:r>
            <a:r>
              <a:rPr lang="en" b="1"/>
              <a:t>M</a:t>
            </a:r>
            <a:r>
              <a:rPr lang="en"/>
              <a:t>arkup </a:t>
            </a:r>
            <a:r>
              <a:rPr lang="en" b="1"/>
              <a:t>L</a:t>
            </a:r>
            <a:r>
              <a:rPr lang="en"/>
              <a:t>anguage</a:t>
            </a:r>
            <a:endParaRPr/>
          </a:p>
          <a:p>
            <a:pPr marL="0" lvl="0" indent="0" algn="l" rtl="0">
              <a:lnSpc>
                <a:spcPct val="115000"/>
              </a:lnSpc>
              <a:spcBef>
                <a:spcPts val="1600"/>
              </a:spcBef>
              <a:spcAft>
                <a:spcPts val="0"/>
              </a:spcAft>
              <a:buSzPts val="1400"/>
              <a:buNone/>
            </a:pPr>
            <a:r>
              <a:rPr lang="en"/>
              <a:t>An HTML file contains multiple tags (also known as elements). </a:t>
            </a:r>
            <a:endParaRPr/>
          </a:p>
          <a:p>
            <a:pPr marL="0" lvl="0" indent="0" algn="l" rtl="0">
              <a:lnSpc>
                <a:spcPct val="115000"/>
              </a:lnSpc>
              <a:spcBef>
                <a:spcPts val="1600"/>
              </a:spcBef>
              <a:spcAft>
                <a:spcPts val="0"/>
              </a:spcAft>
              <a:buSzPts val="1400"/>
              <a:buNone/>
            </a:pPr>
            <a:r>
              <a:rPr lang="en"/>
              <a:t>There are many kinds of tags.</a:t>
            </a:r>
            <a:endParaRPr/>
          </a:p>
          <a:p>
            <a:pPr marL="0" lvl="0" indent="0" algn="l" rtl="0">
              <a:lnSpc>
                <a:spcPct val="115000"/>
              </a:lnSpc>
              <a:spcBef>
                <a:spcPts val="1600"/>
              </a:spcBef>
              <a:spcAft>
                <a:spcPts val="0"/>
              </a:spcAft>
              <a:buSzPts val="1400"/>
              <a:buNone/>
            </a:pPr>
            <a:r>
              <a:rPr lang="en"/>
              <a:t>Tags may have attributes (for specifying their </a:t>
            </a:r>
            <a:r>
              <a:rPr lang="en" i="1"/>
              <a:t>properties</a:t>
            </a:r>
            <a:r>
              <a:rPr lang="en"/>
              <a:t>); and attributes have </a:t>
            </a:r>
            <a:r>
              <a:rPr lang="en" i="1"/>
              <a:t>values</a:t>
            </a:r>
            <a:r>
              <a:rPr lang="en"/>
              <a:t>.</a:t>
            </a:r>
            <a:endParaRPr/>
          </a:p>
          <a:p>
            <a:pPr marL="0" lvl="0" indent="0" algn="ctr" rtl="0">
              <a:lnSpc>
                <a:spcPct val="100000"/>
              </a:lnSpc>
              <a:spcBef>
                <a:spcPts val="1600"/>
              </a:spcBef>
              <a:spcAft>
                <a:spcPts val="0"/>
              </a:spcAft>
              <a:buClr>
                <a:schemeClr val="dk1"/>
              </a:buClr>
              <a:buSzPts val="1100"/>
              <a:buFont typeface="Arial"/>
              <a:buNone/>
            </a:pPr>
            <a:r>
              <a:rPr lang="en" sz="1100" u="sng">
                <a:solidFill>
                  <a:schemeClr val="hlink"/>
                </a:solidFill>
                <a:hlinkClick r:id="rId3"/>
              </a:rPr>
              <a:t>HTML Tutorial</a:t>
            </a:r>
            <a:endParaRPr/>
          </a:p>
        </p:txBody>
      </p:sp>
      <p:sp>
        <p:nvSpPr>
          <p:cNvPr id="330" name="Google Shape;330;p3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b="1"/>
          </a:p>
          <a:p>
            <a:pPr marL="0" marR="0" lvl="0" indent="0" algn="l" rtl="0">
              <a:lnSpc>
                <a:spcPct val="100000"/>
              </a:lnSpc>
              <a:spcBef>
                <a:spcPts val="1600"/>
              </a:spcBef>
              <a:spcAft>
                <a:spcPts val="0"/>
              </a:spcAft>
              <a:buSzPts val="1400"/>
              <a:buNone/>
            </a:pPr>
            <a:r>
              <a:rPr lang="en"/>
              <a:t>&lt;!doctype html&gt;</a:t>
            </a:r>
            <a:endParaRPr/>
          </a:p>
          <a:p>
            <a:pPr marL="0" marR="0" lvl="0" indent="0" algn="l" rtl="0">
              <a:lnSpc>
                <a:spcPct val="100000"/>
              </a:lnSpc>
              <a:spcBef>
                <a:spcPts val="0"/>
              </a:spcBef>
              <a:spcAft>
                <a:spcPts val="0"/>
              </a:spcAft>
              <a:buSzPts val="1400"/>
              <a:buNone/>
            </a:pPr>
            <a:r>
              <a:rPr lang="en"/>
              <a:t>&lt;html&gt;</a:t>
            </a:r>
            <a:endParaRPr/>
          </a:p>
          <a:p>
            <a:pPr marL="0" marR="0" lvl="0" indent="457200" algn="l" rtl="0">
              <a:lnSpc>
                <a:spcPct val="100000"/>
              </a:lnSpc>
              <a:spcBef>
                <a:spcPts val="0"/>
              </a:spcBef>
              <a:spcAft>
                <a:spcPts val="0"/>
              </a:spcAft>
              <a:buSzPts val="1400"/>
              <a:buNone/>
            </a:pPr>
            <a:r>
              <a:rPr lang="en"/>
              <a:t>&lt;head&gt;</a:t>
            </a:r>
            <a:endParaRPr/>
          </a:p>
          <a:p>
            <a:pPr marL="457200" marR="0" lvl="0" indent="457200" algn="l" rtl="0">
              <a:lnSpc>
                <a:spcPct val="100000"/>
              </a:lnSpc>
              <a:spcBef>
                <a:spcPts val="0"/>
              </a:spcBef>
              <a:spcAft>
                <a:spcPts val="0"/>
              </a:spcAft>
              <a:buSzPts val="1400"/>
              <a:buNone/>
            </a:pPr>
            <a:r>
              <a:rPr lang="en"/>
              <a:t>&lt;title&gt;Hello World&lt;/title&gt;</a:t>
            </a:r>
            <a:endParaRPr/>
          </a:p>
          <a:p>
            <a:pPr marL="0" marR="0" lvl="0" indent="457200" algn="l" rtl="0">
              <a:lnSpc>
                <a:spcPct val="100000"/>
              </a:lnSpc>
              <a:spcBef>
                <a:spcPts val="0"/>
              </a:spcBef>
              <a:spcAft>
                <a:spcPts val="0"/>
              </a:spcAft>
              <a:buSzPts val="1400"/>
              <a:buNone/>
            </a:pPr>
            <a:r>
              <a:rPr lang="en"/>
              <a:t>&lt;/head&gt;</a:t>
            </a:r>
            <a:endParaRPr/>
          </a:p>
          <a:p>
            <a:pPr marL="0" marR="0" lvl="0" indent="457200" algn="l" rtl="0">
              <a:lnSpc>
                <a:spcPct val="100000"/>
              </a:lnSpc>
              <a:spcBef>
                <a:spcPts val="0"/>
              </a:spcBef>
              <a:spcAft>
                <a:spcPts val="0"/>
              </a:spcAft>
              <a:buSzPts val="1400"/>
              <a:buNone/>
            </a:pPr>
            <a:r>
              <a:rPr lang="en"/>
              <a:t>&lt;body&gt;</a:t>
            </a:r>
            <a:endParaRPr/>
          </a:p>
          <a:p>
            <a:pPr marL="457200" marR="0" lvl="0" indent="457200" algn="l" rtl="0">
              <a:lnSpc>
                <a:spcPct val="100000"/>
              </a:lnSpc>
              <a:spcBef>
                <a:spcPts val="0"/>
              </a:spcBef>
              <a:spcAft>
                <a:spcPts val="0"/>
              </a:spcAft>
              <a:buSzPts val="1400"/>
              <a:buNone/>
            </a:pPr>
            <a:r>
              <a:rPr lang="en"/>
              <a:t>&lt;p style="</a:t>
            </a:r>
            <a:r>
              <a:rPr lang="en" err="1"/>
              <a:t>text-align:right</a:t>
            </a:r>
            <a:r>
              <a:rPr lang="en"/>
              <a:t>"&gt;</a:t>
            </a:r>
            <a:endParaRPr/>
          </a:p>
          <a:p>
            <a:pPr marL="914400" marR="0" lvl="0" indent="457200" algn="l" rtl="0">
              <a:lnSpc>
                <a:spcPct val="100000"/>
              </a:lnSpc>
              <a:spcBef>
                <a:spcPts val="0"/>
              </a:spcBef>
              <a:spcAft>
                <a:spcPts val="0"/>
              </a:spcAft>
              <a:buSzPts val="1400"/>
              <a:buNone/>
            </a:pPr>
            <a:r>
              <a:rPr lang="en"/>
              <a:t>This is a paragraph.</a:t>
            </a:r>
            <a:endParaRPr/>
          </a:p>
          <a:p>
            <a:pPr marL="457200" marR="0" lvl="0" indent="457200" algn="l" rtl="0">
              <a:lnSpc>
                <a:spcPct val="100000"/>
              </a:lnSpc>
              <a:spcBef>
                <a:spcPts val="0"/>
              </a:spcBef>
              <a:spcAft>
                <a:spcPts val="0"/>
              </a:spcAft>
              <a:buSzPts val="1400"/>
              <a:buNone/>
            </a:pPr>
            <a:r>
              <a:rPr lang="en"/>
              <a:t>&lt;/p&gt;</a:t>
            </a:r>
            <a:endParaRPr/>
          </a:p>
          <a:p>
            <a:pPr marL="0" marR="0" lvl="0" indent="457200" algn="l" rtl="0">
              <a:lnSpc>
                <a:spcPct val="100000"/>
              </a:lnSpc>
              <a:spcBef>
                <a:spcPts val="0"/>
              </a:spcBef>
              <a:spcAft>
                <a:spcPts val="0"/>
              </a:spcAft>
              <a:buSzPts val="1400"/>
              <a:buNone/>
            </a:pPr>
            <a:r>
              <a:rPr lang="en"/>
              <a:t>&lt;/body&gt;</a:t>
            </a:r>
            <a:endParaRPr/>
          </a:p>
          <a:p>
            <a:pPr marL="0" marR="0" lvl="0" indent="0" algn="l" rtl="0">
              <a:lnSpc>
                <a:spcPct val="100000"/>
              </a:lnSpc>
              <a:spcBef>
                <a:spcPts val="0"/>
              </a:spcBef>
              <a:spcAft>
                <a:spcPts val="0"/>
              </a:spcAft>
              <a:buSzPts val="1400"/>
              <a:buNone/>
            </a:pPr>
            <a:r>
              <a:rPr lang="en"/>
              <a:t>&lt;/html&gt;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HTML Tags</a:t>
            </a:r>
            <a:endParaRPr/>
          </a:p>
        </p:txBody>
      </p:sp>
      <p:graphicFrame>
        <p:nvGraphicFramePr>
          <p:cNvPr id="336" name="Google Shape;336;p33"/>
          <p:cNvGraphicFramePr/>
          <p:nvPr/>
        </p:nvGraphicFramePr>
        <p:xfrm>
          <a:off x="952500" y="1293000"/>
          <a:ext cx="7239000" cy="3169680"/>
        </p:xfrm>
        <a:graphic>
          <a:graphicData uri="http://schemas.openxmlformats.org/drawingml/2006/table">
            <a:tbl>
              <a:tblPr>
                <a:noFill/>
                <a:tableStyleId>{775D735A-9BCC-4A0A-8336-7D16119737FB}</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Tag</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Example</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Header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&lt;h1&gt;...&lt;/h1&gt;, &lt;h2&gt;...&lt;/h2&gt;</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Paragraph</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&lt;p&gt;...&lt;/p&gt;</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Image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&lt;img src=”...”&gt; </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Table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&lt;table&gt;&lt;tr&gt;&lt;td&gt;...&lt;/td&gt;&lt;/tr&gt;&lt;/table&gt;</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Input field</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&lt;input type=”text”&gt;</a:t>
                      </a:r>
                      <a:endParaRPr sz="14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Button</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&lt;button type=”submit”&gt;Submit&lt;/button&gt;</a:t>
                      </a:r>
                      <a:endParaRPr sz="1400" u="none" strike="noStrike" cap="none"/>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Drop down list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&lt;select&gt;&lt;option&gt;...&lt;/option&gt;&lt;/select&gt;</a:t>
                      </a:r>
                      <a:endParaRPr sz="1400" u="none" strike="noStrike" cap="none"/>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1</a:t>
            </a:r>
            <a:endParaRPr/>
          </a:p>
        </p:txBody>
      </p:sp>
      <p:sp>
        <p:nvSpPr>
          <p:cNvPr id="342" name="Google Shape;342;p34"/>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How do we have a dropdown list with an </a:t>
            </a:r>
            <a:r>
              <a:rPr lang="en" b="1"/>
              <a:t>default option</a:t>
            </a:r>
            <a:r>
              <a:rPr lang="en"/>
              <a:t>?</a:t>
            </a:r>
            <a:endParaRPr/>
          </a:p>
          <a:p>
            <a:pPr marL="0" lvl="0" indent="0" algn="l" rtl="0">
              <a:lnSpc>
                <a:spcPct val="115000"/>
              </a:lnSpc>
              <a:spcBef>
                <a:spcPts val="1600"/>
              </a:spcBef>
              <a:spcAft>
                <a:spcPts val="0"/>
              </a:spcAft>
              <a:buSzPts val="1800"/>
              <a:buNone/>
            </a:pPr>
            <a:r>
              <a:rPr lang="en"/>
              <a:t>Given ex1.html, make it so that Sunday is the default option.</a:t>
            </a:r>
            <a:endParaRPr/>
          </a:p>
          <a:p>
            <a:pPr marL="0" lvl="0" indent="0" algn="l" rtl="0">
              <a:lnSpc>
                <a:spcPct val="115000"/>
              </a:lnSpc>
              <a:spcBef>
                <a:spcPts val="1600"/>
              </a:spcBef>
              <a:spcAft>
                <a:spcPts val="1600"/>
              </a:spcAft>
              <a:buSzPts val="1800"/>
              <a:buNone/>
            </a:pPr>
            <a:r>
              <a:rPr lang="en"/>
              <a:t>Hint: Google - as all programmers do.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HTML Tags</a:t>
            </a:r>
            <a:endParaRPr/>
          </a:p>
        </p:txBody>
      </p:sp>
      <p:graphicFrame>
        <p:nvGraphicFramePr>
          <p:cNvPr id="348" name="Google Shape;348;p35"/>
          <p:cNvGraphicFramePr/>
          <p:nvPr>
            <p:extLst>
              <p:ext uri="{D42A27DB-BD31-4B8C-83A1-F6EECF244321}">
                <p14:modId xmlns:p14="http://schemas.microsoft.com/office/powerpoint/2010/main" val="866566674"/>
              </p:ext>
            </p:extLst>
          </p:nvPr>
        </p:nvGraphicFramePr>
        <p:xfrm>
          <a:off x="952500" y="1293000"/>
          <a:ext cx="7239000" cy="3017340"/>
        </p:xfrm>
        <a:graphic>
          <a:graphicData uri="http://schemas.openxmlformats.org/drawingml/2006/table">
            <a:tbl>
              <a:tblPr>
                <a:noFill/>
                <a:tableStyleId>{775D735A-9BCC-4A0A-8336-7D16119737FB}</a:tableStyleId>
              </a:tblPr>
              <a:tblGrid>
                <a:gridCol w="1926425">
                  <a:extLst>
                    <a:ext uri="{9D8B030D-6E8A-4147-A177-3AD203B41FA5}">
                      <a16:colId xmlns:a16="http://schemas.microsoft.com/office/drawing/2014/main" val="20000"/>
                    </a:ext>
                  </a:extLst>
                </a:gridCol>
                <a:gridCol w="5312575">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Tag</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Example</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Ordered list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&lt;ol&gt;&lt;li&gt;...&lt;li&gt;&lt;/ol&gt;</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Unordered list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&lt;ul&gt;&lt;li&gt;...&lt;li&gt;&lt;/ul&gt;</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Anchor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&lt;a </a:t>
                      </a:r>
                      <a:r>
                        <a:rPr lang="en" sz="1400" u="none" strike="noStrike" cap="none" err="1"/>
                        <a:t>href</a:t>
                      </a:r>
                      <a:r>
                        <a:rPr lang="en" sz="1400" u="none" strike="noStrike" cap="none"/>
                        <a:t>=’</a:t>
                      </a:r>
                      <a:r>
                        <a:rPr lang="en" sz="1400" u="none" strike="noStrike" cap="none" err="1"/>
                        <a:t>abc.site</a:t>
                      </a:r>
                      <a:r>
                        <a:rPr lang="en" sz="1400" u="none" strike="noStrike" cap="none"/>
                        <a:t>’&gt;My Homepage&lt;/a&gt; </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Form</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&lt;form action=“newpage.html” method=“GET”&gt;…&lt;/form&gt;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&lt;form action=“newpage.html” method=“POST”&gt;…&lt;/form&gt;</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Frame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a:t>
                      </a:r>
                      <a:r>
                        <a:rPr lang="en" sz="1400" u="none" strike="noStrike" cap="none" err="1"/>
                        <a:t>iframe</a:t>
                      </a:r>
                      <a:r>
                        <a:rPr lang="en" sz="1400" u="none" strike="noStrike" cap="none"/>
                        <a:t> width="560px" height="315px"   </a:t>
                      </a:r>
                      <a:r>
                        <a:rPr lang="en" sz="1400" u="none" strike="noStrike" cap="none" err="1"/>
                        <a:t>src</a:t>
                      </a:r>
                      <a:r>
                        <a:rPr lang="en" sz="1400" u="none" strike="noStrike" cap="none"/>
                        <a:t>="https://</a:t>
                      </a:r>
                      <a:r>
                        <a:rPr lang="en" sz="1400" u="none" strike="noStrike" cap="none" err="1"/>
                        <a:t>www.youtube.com</a:t>
                      </a:r>
                      <a:r>
                        <a:rPr lang="en" sz="1400" u="none" strike="noStrike" cap="none"/>
                        <a:t>/embed/DrDm7uO4Fu0?rel=0"&gt;</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&lt;/</a:t>
                      </a:r>
                      <a:r>
                        <a:rPr lang="en" sz="1400" u="none" strike="noStrike" cap="none" err="1"/>
                        <a:t>iframe</a:t>
                      </a:r>
                      <a:r>
                        <a:rPr lang="en" sz="1400" u="none" strike="noStrike" cap="none"/>
                        <a:t>&gt;</a:t>
                      </a:r>
                      <a:endParaRPr sz="1400" u="none" strike="noStrike" cap="none"/>
                    </a:p>
                  </a:txBody>
                  <a:tcPr marL="91425" marR="91425" marT="91425" marB="91425"/>
                </a:tc>
                <a:extLst>
                  <a:ext uri="{0D108BD9-81ED-4DB2-BD59-A6C34878D82A}">
                    <a16:rowId xmlns:a16="http://schemas.microsoft.com/office/drawing/2014/main" val="10005"/>
                  </a:ext>
                </a:extLst>
              </a:tr>
            </a:tbl>
          </a:graphicData>
        </a:graphic>
      </p:graphicFrame>
      <p:sp>
        <p:nvSpPr>
          <p:cNvPr id="349" name="Google Shape;349;p35"/>
          <p:cNvSpPr/>
          <p:nvPr/>
        </p:nvSpPr>
        <p:spPr>
          <a:xfrm>
            <a:off x="4837350" y="4352250"/>
            <a:ext cx="3430500" cy="520500"/>
          </a:xfrm>
          <a:prstGeom prst="wedgeRoundRectCallout">
            <a:avLst>
              <a:gd name="adj1" fmla="val 44783"/>
              <a:gd name="adj2" fmla="val 6093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See examples in wk1example1.html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Styling Related Tags</a:t>
            </a:r>
            <a:endParaRPr/>
          </a:p>
        </p:txBody>
      </p:sp>
      <p:graphicFrame>
        <p:nvGraphicFramePr>
          <p:cNvPr id="355" name="Google Shape;355;p36"/>
          <p:cNvGraphicFramePr/>
          <p:nvPr/>
        </p:nvGraphicFramePr>
        <p:xfrm>
          <a:off x="952500" y="2055000"/>
          <a:ext cx="7239000" cy="1798200"/>
        </p:xfrm>
        <a:graphic>
          <a:graphicData uri="http://schemas.openxmlformats.org/drawingml/2006/table">
            <a:tbl>
              <a:tblPr>
                <a:noFill/>
                <a:tableStyleId>{775D735A-9BCC-4A0A-8336-7D16119737FB}</a:tableStyleId>
              </a:tblPr>
              <a:tblGrid>
                <a:gridCol w="1111050">
                  <a:extLst>
                    <a:ext uri="{9D8B030D-6E8A-4147-A177-3AD203B41FA5}">
                      <a16:colId xmlns:a16="http://schemas.microsoft.com/office/drawing/2014/main" val="20000"/>
                    </a:ext>
                  </a:extLst>
                </a:gridCol>
                <a:gridCol w="3063975">
                  <a:extLst>
                    <a:ext uri="{9D8B030D-6E8A-4147-A177-3AD203B41FA5}">
                      <a16:colId xmlns:a16="http://schemas.microsoft.com/office/drawing/2014/main" val="20001"/>
                    </a:ext>
                  </a:extLst>
                </a:gridCol>
                <a:gridCol w="3063975">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Tag</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Example</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Remark</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Block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&lt;div id=’div1’&gt;...&lt;/div&gt;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Add an ID/class to a block (e.g. for styling)</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Inline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&lt;span class=’fav’&gt;...&lt;/span&gt;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Like div but smaller</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Navigation</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&lt;nav&gt;...&lt;/nav&gt;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 styling navigation links</a:t>
                      </a:r>
                      <a:endParaRPr sz="1400" u="none" strike="noStrike" cap="none"/>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Input Fields</a:t>
            </a:r>
            <a:endParaRPr/>
          </a:p>
        </p:txBody>
      </p:sp>
      <p:graphicFrame>
        <p:nvGraphicFramePr>
          <p:cNvPr id="361" name="Google Shape;361;p37"/>
          <p:cNvGraphicFramePr/>
          <p:nvPr/>
        </p:nvGraphicFramePr>
        <p:xfrm>
          <a:off x="800250" y="1299625"/>
          <a:ext cx="7546150" cy="2915459"/>
        </p:xfrm>
        <a:graphic>
          <a:graphicData uri="http://schemas.openxmlformats.org/drawingml/2006/table">
            <a:tbl>
              <a:tblPr>
                <a:noFill/>
                <a:tableStyleId>{775D735A-9BCC-4A0A-8336-7D16119737FB}</a:tableStyleId>
              </a:tblPr>
              <a:tblGrid>
                <a:gridCol w="2468100">
                  <a:extLst>
                    <a:ext uri="{9D8B030D-6E8A-4147-A177-3AD203B41FA5}">
                      <a16:colId xmlns:a16="http://schemas.microsoft.com/office/drawing/2014/main" val="20000"/>
                    </a:ext>
                  </a:extLst>
                </a:gridCol>
                <a:gridCol w="5078050">
                  <a:extLst>
                    <a:ext uri="{9D8B030D-6E8A-4147-A177-3AD203B41FA5}">
                      <a16:colId xmlns:a16="http://schemas.microsoft.com/office/drawing/2014/main" val="20001"/>
                    </a:ext>
                  </a:extLst>
                </a:gridCol>
              </a:tblGrid>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Input Type</a:t>
                      </a:r>
                      <a:endParaRPr sz="1400" b="1"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Description</a:t>
                      </a:r>
                      <a:endParaRPr sz="1400" b="1" u="none" strike="noStrike" cap="none">
                        <a:solidFill>
                          <a:schemeClr val="dk1"/>
                        </a:solidFill>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&lt;input type=“color”&gt;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Input fields that contain a color; a color picker can show up</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&lt;input type=“date”&gt;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Input fields that contain a date; a date picker can show up</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&lt;input type=“email”&gt;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Input fields that contain an email (check for ‘@’)</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t>&lt;input type=“file”&gt;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t>File-select field and a “Browse” button for file uploads</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t>&lt;input type=“number”&gt;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t>Input fields that accept only numeric values</a:t>
                      </a:r>
                      <a:endParaRPr sz="14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15000"/>
                        </a:lnSpc>
                        <a:spcBef>
                          <a:spcPts val="0"/>
                        </a:spcBef>
                        <a:spcAft>
                          <a:spcPts val="0"/>
                        </a:spcAft>
                        <a:buClr>
                          <a:srgbClr val="000000"/>
                        </a:buClr>
                        <a:buSzPts val="1800"/>
                        <a:buFont typeface="Arial"/>
                        <a:buNone/>
                      </a:pPr>
                      <a:r>
                        <a:rPr lang="en" sz="1800" u="none" strike="noStrike" cap="none"/>
                        <a:t>...</a:t>
                      </a:r>
                      <a:endParaRPr sz="1800" u="none" strike="noStrike" cap="none"/>
                    </a:p>
                  </a:txBody>
                  <a:tcPr marL="91425" marR="91425" marT="91425" marB="91425"/>
                </a:tc>
                <a:tc>
                  <a:txBody>
                    <a:bodyPr/>
                    <a:lstStyle/>
                    <a:p>
                      <a:pPr marL="0" marR="0" lvl="0" indent="0" algn="l" rtl="0">
                        <a:lnSpc>
                          <a:spcPct val="115000"/>
                        </a:lnSpc>
                        <a:spcBef>
                          <a:spcPts val="0"/>
                        </a:spcBef>
                        <a:spcAft>
                          <a:spcPts val="0"/>
                        </a:spcAft>
                        <a:buClr>
                          <a:srgbClr val="000000"/>
                        </a:buClr>
                        <a:buSzPts val="1800"/>
                        <a:buFont typeface="Arial"/>
                        <a:buNone/>
                      </a:pPr>
                      <a:r>
                        <a:rPr lang="en" sz="1800" u="none" strike="noStrike" cap="none"/>
                        <a:t>...</a:t>
                      </a:r>
                      <a:endParaRPr sz="1800" u="none" strike="noStrike" cap="none"/>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Attributes</a:t>
            </a:r>
            <a:endParaRPr/>
          </a:p>
        </p:txBody>
      </p:sp>
      <p:graphicFrame>
        <p:nvGraphicFramePr>
          <p:cNvPr id="367" name="Google Shape;367;p38"/>
          <p:cNvGraphicFramePr/>
          <p:nvPr>
            <p:extLst>
              <p:ext uri="{D42A27DB-BD31-4B8C-83A1-F6EECF244321}">
                <p14:modId xmlns:p14="http://schemas.microsoft.com/office/powerpoint/2010/main" val="3915379739"/>
              </p:ext>
            </p:extLst>
          </p:nvPr>
        </p:nvGraphicFramePr>
        <p:xfrm>
          <a:off x="1196550" y="1299625"/>
          <a:ext cx="6853900" cy="3665907"/>
        </p:xfrm>
        <a:graphic>
          <a:graphicData uri="http://schemas.openxmlformats.org/drawingml/2006/table">
            <a:tbl>
              <a:tblPr>
                <a:noFill/>
                <a:tableStyleId>{775D735A-9BCC-4A0A-8336-7D16119737FB}</a:tableStyleId>
              </a:tblPr>
              <a:tblGrid>
                <a:gridCol w="1386850">
                  <a:extLst>
                    <a:ext uri="{9D8B030D-6E8A-4147-A177-3AD203B41FA5}">
                      <a16:colId xmlns:a16="http://schemas.microsoft.com/office/drawing/2014/main" val="20000"/>
                    </a:ext>
                  </a:extLst>
                </a:gridCol>
                <a:gridCol w="5467050">
                  <a:extLst>
                    <a:ext uri="{9D8B030D-6E8A-4147-A177-3AD203B41FA5}">
                      <a16:colId xmlns:a16="http://schemas.microsoft.com/office/drawing/2014/main" val="20001"/>
                    </a:ext>
                  </a:extLst>
                </a:gridCol>
              </a:tblGrid>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Attribute</a:t>
                      </a:r>
                      <a:endParaRPr sz="1400" b="1"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Description</a:t>
                      </a:r>
                      <a:endParaRPr sz="1400" b="1" u="none" strike="noStrike" cap="none">
                        <a:solidFill>
                          <a:schemeClr val="dk1"/>
                        </a:solidFill>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max</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the maximum value for an input field</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min</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the minimum value for an input field</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maxlength</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the maximum number of characters for an input field</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readonly</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that an input field is read only (cannot be edited)</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required</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that an input field is required (cannot be empty)</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selected</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Specifies that a drop-down option is selected by default</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chemeClr val="dk1"/>
                          </a:solidFill>
                        </a:rPr>
                        <a:t>checked</a:t>
                      </a:r>
                      <a:endParaRPr sz="1400" u="none" strike="noStrike" cap="none">
                        <a:solidFill>
                          <a:schemeClr val="dk1"/>
                        </a:solidFill>
                      </a:endParaRPr>
                    </a:p>
                  </a:txBody>
                  <a:tcPr marL="91425" marR="91425" marT="91425" marB="91425"/>
                </a:tc>
                <a:tc>
                  <a:txBody>
                    <a:bodyPr/>
                    <a:lstStyle/>
                    <a:p>
                      <a:pPr marL="0" marR="0" lvl="0" indent="0" algn="l" defTabSz="914400" rtl="0" eaLnBrk="1" fontAlgn="auto" latinLnBrk="0" hangingPunct="1">
                        <a:lnSpc>
                          <a:spcPct val="115000"/>
                        </a:lnSpc>
                        <a:spcBef>
                          <a:spcPts val="0"/>
                        </a:spcBef>
                        <a:spcAft>
                          <a:spcPts val="0"/>
                        </a:spcAft>
                        <a:buClr>
                          <a:srgbClr val="000000"/>
                        </a:buClr>
                        <a:buSzPts val="1400"/>
                        <a:buFont typeface="Arial"/>
                        <a:buNone/>
                        <a:tabLst/>
                        <a:defRPr/>
                      </a:pPr>
                      <a:r>
                        <a:rPr lang="en-US" sz="1400" u="none" strike="noStrike" cap="none">
                          <a:solidFill>
                            <a:schemeClr val="dk1"/>
                          </a:solidFill>
                        </a:rPr>
                        <a:t>Specifies that an item is checked by default</a:t>
                      </a:r>
                    </a:p>
                  </a:txBody>
                  <a:tcPr marL="91425" marR="91425" marT="91425" marB="91425"/>
                </a:tc>
                <a:extLst>
                  <a:ext uri="{0D108BD9-81ED-4DB2-BD59-A6C34878D82A}">
                    <a16:rowId xmlns:a16="http://schemas.microsoft.com/office/drawing/2014/main" val="816841071"/>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chemeClr val="dk1"/>
                          </a:solidFill>
                        </a:rPr>
                        <a:t>….</a:t>
                      </a:r>
                      <a:endParaRPr sz="1400" u="none" strike="noStrike" cap="none">
                        <a:solidFill>
                          <a:schemeClr val="dk1"/>
                        </a:solidFill>
                      </a:endParaRPr>
                    </a:p>
                  </a:txBody>
                  <a:tcPr marL="91425" marR="91425" marT="91425" marB="91425"/>
                </a:tc>
                <a:tc>
                  <a:txBody>
                    <a:bodyPr/>
                    <a:lstStyle/>
                    <a:p>
                      <a:pPr marL="0" marR="0" lvl="0" indent="0" algn="l" defTabSz="914400" rtl="0" eaLnBrk="1" fontAlgn="auto" latinLnBrk="0" hangingPunct="1">
                        <a:lnSpc>
                          <a:spcPct val="115000"/>
                        </a:lnSpc>
                        <a:spcBef>
                          <a:spcPts val="0"/>
                        </a:spcBef>
                        <a:spcAft>
                          <a:spcPts val="0"/>
                        </a:spcAft>
                        <a:buClr>
                          <a:srgbClr val="000000"/>
                        </a:buClr>
                        <a:buSzPts val="1400"/>
                        <a:buFont typeface="Arial"/>
                        <a:buNone/>
                        <a:tabLst/>
                        <a:defRPr/>
                      </a:pPr>
                      <a:r>
                        <a:rPr lang="en-US" sz="1400" u="none" strike="noStrike" cap="none">
                          <a:solidFill>
                            <a:schemeClr val="dk1"/>
                          </a:solidFill>
                        </a:rPr>
                        <a:t>…</a:t>
                      </a:r>
                    </a:p>
                  </a:txBody>
                  <a:tcPr marL="91425" marR="91425" marT="91425" marB="91425"/>
                </a:tc>
                <a:extLst>
                  <a:ext uri="{0D108BD9-81ED-4DB2-BD59-A6C34878D82A}">
                    <a16:rowId xmlns:a16="http://schemas.microsoft.com/office/drawing/2014/main" val="164894858"/>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2</a:t>
            </a:r>
            <a:endParaRPr/>
          </a:p>
        </p:txBody>
      </p:sp>
      <p:sp>
        <p:nvSpPr>
          <p:cNvPr id="373" name="Google Shape;373;p3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Play with ex2.html with erroneous inputs.</a:t>
            </a:r>
            <a:endParaRPr/>
          </a:p>
          <a:p>
            <a:pPr marL="0" lvl="0" indent="0" algn="l" rtl="0">
              <a:lnSpc>
                <a:spcPct val="115000"/>
              </a:lnSpc>
              <a:spcBef>
                <a:spcPts val="1600"/>
              </a:spcBef>
              <a:spcAft>
                <a:spcPts val="1600"/>
              </a:spcAft>
              <a:buSzPts val="1800"/>
              <a:buNone/>
            </a:pPr>
            <a:r>
              <a:rPr lang="en"/>
              <a:t>Consider this question: what if you have more specific requirements on the inputs. </a:t>
            </a:r>
            <a:endParaRPr/>
          </a:p>
        </p:txBody>
      </p:sp>
      <p:pic>
        <p:nvPicPr>
          <p:cNvPr id="3" name="Picture 2" descr="A picture containing text&#10;&#10;Description automatically generated">
            <a:extLst>
              <a:ext uri="{FF2B5EF4-FFF2-40B4-BE49-F238E27FC236}">
                <a16:creationId xmlns:a16="http://schemas.microsoft.com/office/drawing/2014/main" id="{4B098671-13A7-6090-AE5F-744EDD309AD4}"/>
              </a:ext>
            </a:extLst>
          </p:cNvPr>
          <p:cNvPicPr>
            <a:picLocks noChangeAspect="1"/>
          </p:cNvPicPr>
          <p:nvPr/>
        </p:nvPicPr>
        <p:blipFill>
          <a:blip r:embed="rId3"/>
          <a:stretch>
            <a:fillRect/>
          </a:stretch>
        </p:blipFill>
        <p:spPr>
          <a:xfrm>
            <a:off x="6289675" y="2847975"/>
            <a:ext cx="2035937" cy="13017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HTML5 Tags</a:t>
            </a:r>
            <a:endParaRPr/>
          </a:p>
        </p:txBody>
      </p:sp>
      <p:graphicFrame>
        <p:nvGraphicFramePr>
          <p:cNvPr id="379" name="Google Shape;379;p40"/>
          <p:cNvGraphicFramePr/>
          <p:nvPr>
            <p:extLst>
              <p:ext uri="{D42A27DB-BD31-4B8C-83A1-F6EECF244321}">
                <p14:modId xmlns:p14="http://schemas.microsoft.com/office/powerpoint/2010/main" val="1014120023"/>
              </p:ext>
            </p:extLst>
          </p:nvPr>
        </p:nvGraphicFramePr>
        <p:xfrm>
          <a:off x="358350" y="1223425"/>
          <a:ext cx="8459150" cy="2934666"/>
        </p:xfrm>
        <a:graphic>
          <a:graphicData uri="http://schemas.openxmlformats.org/drawingml/2006/table">
            <a:tbl>
              <a:tblPr>
                <a:noFill/>
                <a:tableStyleId>{775D735A-9BCC-4A0A-8336-7D16119737FB}</a:tableStyleId>
              </a:tblPr>
              <a:tblGrid>
                <a:gridCol w="2138400">
                  <a:extLst>
                    <a:ext uri="{9D8B030D-6E8A-4147-A177-3AD203B41FA5}">
                      <a16:colId xmlns:a16="http://schemas.microsoft.com/office/drawing/2014/main" val="20000"/>
                    </a:ext>
                  </a:extLst>
                </a:gridCol>
                <a:gridCol w="6320750">
                  <a:extLst>
                    <a:ext uri="{9D8B030D-6E8A-4147-A177-3AD203B41FA5}">
                      <a16:colId xmlns:a16="http://schemas.microsoft.com/office/drawing/2014/main" val="20001"/>
                    </a:ext>
                  </a:extLst>
                </a:gridCol>
              </a:tblGrid>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Tag</a:t>
                      </a:r>
                      <a:endParaRPr sz="1400" b="1"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Description</a:t>
                      </a:r>
                      <a:endParaRPr sz="1400" b="1" u="none" strike="noStrike" cap="none">
                        <a:solidFill>
                          <a:schemeClr val="dk1"/>
                        </a:solidFill>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&lt;header&gt;...&lt;/header&gt;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A container for introductory information</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&lt;footer&gt;...&lt;/footer&gt;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footer information such as copyright or links to related resources </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&lt;section&gt;...&lt;/section&gt;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contains anything that relates thematically (a thematic grouping of information)</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&lt;article&gt;...&lt;/article&gt;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a standalone body of work, like an article in a newspaper or a blog. Use this tag around blog posts, news articles, etc.</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&lt;aside&gt;&lt;/aside&gt;</a:t>
                      </a:r>
                      <a:endParaRPr sz="1400" u="none" strike="noStrike" cap="none">
                        <a:solidFill>
                          <a:schemeClr val="dk1"/>
                        </a:solidFil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rPr>
                        <a:t>use this tag to indicate secondary information, e.g. a side-box (see wk1example2.html)</a:t>
                      </a:r>
                      <a:endParaRPr sz="1400" u="none" strike="noStrike" cap="none">
                        <a:solidFill>
                          <a:schemeClr val="dk1"/>
                        </a:solidFill>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Meta Tags</a:t>
            </a:r>
            <a:endParaRPr/>
          </a:p>
        </p:txBody>
      </p:sp>
      <p:sp>
        <p:nvSpPr>
          <p:cNvPr id="385" name="Google Shape;385;p41"/>
          <p:cNvSpPr txBox="1">
            <a:spLocks noGrp="1"/>
          </p:cNvSpPr>
          <p:nvPr>
            <p:ph type="body" idx="1"/>
          </p:nvPr>
        </p:nvSpPr>
        <p:spPr>
          <a:xfrm>
            <a:off x="311700" y="1225225"/>
            <a:ext cx="3159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The &lt;meta&gt; tag provides information (metadata) about the HTML document. Metadata will not be displayed on the page, but will be machine </a:t>
            </a:r>
            <a:r>
              <a:rPr lang="en" err="1"/>
              <a:t>parsable</a:t>
            </a:r>
            <a:r>
              <a:rPr lang="en"/>
              <a:t>.</a:t>
            </a:r>
            <a:endParaRPr/>
          </a:p>
          <a:p>
            <a:pPr marL="0" marR="0" lvl="0" indent="0" algn="l" rtl="0">
              <a:lnSpc>
                <a:spcPct val="115000"/>
              </a:lnSpc>
              <a:spcBef>
                <a:spcPts val="1600"/>
              </a:spcBef>
              <a:spcAft>
                <a:spcPts val="0"/>
              </a:spcAft>
              <a:buSzPts val="1400"/>
              <a:buNone/>
            </a:pPr>
            <a:r>
              <a:rPr lang="en"/>
              <a:t>The metadata can be used by browsers (how to display content or reload page), search engines (keywords), or other web services.</a:t>
            </a:r>
            <a:endParaRPr/>
          </a:p>
        </p:txBody>
      </p:sp>
      <p:sp>
        <p:nvSpPr>
          <p:cNvPr id="386" name="Google Shape;386;p41"/>
          <p:cNvSpPr txBox="1">
            <a:spLocks noGrp="1"/>
          </p:cNvSpPr>
          <p:nvPr>
            <p:ph type="body" idx="2"/>
          </p:nvPr>
        </p:nvSpPr>
        <p:spPr>
          <a:xfrm>
            <a:off x="3799100" y="1225225"/>
            <a:ext cx="50334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a:t>
            </a:r>
            <a:endParaRPr b="1"/>
          </a:p>
          <a:p>
            <a:pPr marL="0" marR="0" lvl="0" indent="0" algn="l" rtl="0">
              <a:lnSpc>
                <a:spcPct val="100000"/>
              </a:lnSpc>
              <a:spcBef>
                <a:spcPts val="1600"/>
              </a:spcBef>
              <a:spcAft>
                <a:spcPts val="0"/>
              </a:spcAft>
              <a:buSzPts val="1400"/>
              <a:buNone/>
            </a:pPr>
            <a:r>
              <a:rPr lang="en"/>
              <a:t>&lt;head&gt;</a:t>
            </a:r>
            <a:endParaRPr/>
          </a:p>
          <a:p>
            <a:pPr marL="0" marR="0" lvl="0" indent="0" algn="l" rtl="0">
              <a:lnSpc>
                <a:spcPct val="100000"/>
              </a:lnSpc>
              <a:spcBef>
                <a:spcPts val="0"/>
              </a:spcBef>
              <a:spcAft>
                <a:spcPts val="0"/>
              </a:spcAft>
              <a:buSzPts val="1400"/>
              <a:buNone/>
            </a:pPr>
            <a:r>
              <a:rPr lang="en"/>
              <a:t>  &lt;meta charset="UTF-8"&gt;</a:t>
            </a:r>
            <a:endParaRPr/>
          </a:p>
          <a:p>
            <a:pPr marL="0" marR="0" lvl="0" indent="0" algn="l" rtl="0">
              <a:lnSpc>
                <a:spcPct val="100000"/>
              </a:lnSpc>
              <a:spcBef>
                <a:spcPts val="0"/>
              </a:spcBef>
              <a:spcAft>
                <a:spcPts val="0"/>
              </a:spcAft>
              <a:buSzPts val="1400"/>
              <a:buNone/>
            </a:pPr>
            <a:r>
              <a:rPr lang="en"/>
              <a:t>  &lt;meta name="description" content="Free Web tutorials"&gt;</a:t>
            </a:r>
            <a:endParaRPr/>
          </a:p>
          <a:p>
            <a:pPr marL="0" marR="0" lvl="0" indent="0" algn="l" rtl="0">
              <a:lnSpc>
                <a:spcPct val="100000"/>
              </a:lnSpc>
              <a:spcBef>
                <a:spcPts val="0"/>
              </a:spcBef>
              <a:spcAft>
                <a:spcPts val="0"/>
              </a:spcAft>
              <a:buSzPts val="1400"/>
              <a:buNone/>
            </a:pPr>
            <a:r>
              <a:rPr lang="en"/>
              <a:t>  &lt;meta name="keywords" content="</a:t>
            </a:r>
            <a:r>
              <a:rPr lang="en" err="1"/>
              <a:t>HTML,CSS,XML,JavaScript</a:t>
            </a:r>
            <a:r>
              <a:rPr lang="en"/>
              <a:t>"&gt;</a:t>
            </a:r>
            <a:endParaRPr/>
          </a:p>
          <a:p>
            <a:pPr marL="0" marR="0" lvl="0" indent="0" algn="l" rtl="0">
              <a:lnSpc>
                <a:spcPct val="100000"/>
              </a:lnSpc>
              <a:spcBef>
                <a:spcPts val="0"/>
              </a:spcBef>
              <a:spcAft>
                <a:spcPts val="0"/>
              </a:spcAft>
              <a:buSzPts val="1400"/>
              <a:buNone/>
            </a:pPr>
            <a:r>
              <a:rPr lang="en"/>
              <a:t>  &lt;meta name="author" content="John Doe"&gt;</a:t>
            </a:r>
            <a:endParaRPr/>
          </a:p>
          <a:p>
            <a:pPr marL="0" marR="0" lvl="0" indent="0" algn="l" rtl="0">
              <a:lnSpc>
                <a:spcPct val="100000"/>
              </a:lnSpc>
              <a:spcBef>
                <a:spcPts val="0"/>
              </a:spcBef>
              <a:spcAft>
                <a:spcPts val="0"/>
              </a:spcAft>
              <a:buSzPts val="1400"/>
              <a:buNone/>
            </a:pPr>
            <a:r>
              <a:rPr lang="en"/>
              <a:t> /* </a:t>
            </a:r>
            <a:endParaRPr/>
          </a:p>
          <a:p>
            <a:pPr marL="0" marR="0" lvl="0" indent="0" algn="l" rtl="0">
              <a:lnSpc>
                <a:spcPct val="100000"/>
              </a:lnSpc>
              <a:spcBef>
                <a:spcPts val="0"/>
              </a:spcBef>
              <a:spcAft>
                <a:spcPts val="0"/>
              </a:spcAft>
              <a:buSzPts val="1400"/>
              <a:buNone/>
            </a:pPr>
            <a:r>
              <a:rPr lang="en"/>
              <a:t>viewport here allows the designer to control page dimension and scale.</a:t>
            </a:r>
            <a:endParaRPr/>
          </a:p>
          <a:p>
            <a:pPr marL="0" marR="0" lvl="0" indent="0" algn="l" rtl="0">
              <a:lnSpc>
                <a:spcPct val="100000"/>
              </a:lnSpc>
              <a:spcBef>
                <a:spcPts val="0"/>
              </a:spcBef>
              <a:spcAft>
                <a:spcPts val="0"/>
              </a:spcAft>
              <a:buSzPts val="1400"/>
              <a:buNone/>
            </a:pPr>
            <a:r>
              <a:rPr lang="en"/>
              <a:t>*/</a:t>
            </a:r>
            <a:endParaRPr/>
          </a:p>
          <a:p>
            <a:pPr marL="0" marR="0" lvl="0" indent="0" algn="l" rtl="0">
              <a:lnSpc>
                <a:spcPct val="100000"/>
              </a:lnSpc>
              <a:spcBef>
                <a:spcPts val="0"/>
              </a:spcBef>
              <a:spcAft>
                <a:spcPts val="0"/>
              </a:spcAft>
              <a:buSzPts val="1400"/>
              <a:buNone/>
            </a:pPr>
            <a:r>
              <a:rPr lang="en"/>
              <a:t>  </a:t>
            </a:r>
            <a:r>
              <a:rPr lang="en">
                <a:solidFill>
                  <a:schemeClr val="tx1"/>
                </a:solidFill>
              </a:rPr>
              <a:t>&lt;meta name="viewport" content="width=device-width,</a:t>
            </a:r>
            <a:endParaRPr>
              <a:solidFill>
                <a:schemeClr val="tx1"/>
              </a:solidFill>
            </a:endParaRPr>
          </a:p>
          <a:p>
            <a:pPr marL="0" marR="0" lvl="0" indent="0" algn="l" rtl="0">
              <a:lnSpc>
                <a:spcPct val="100000"/>
              </a:lnSpc>
              <a:spcBef>
                <a:spcPts val="0"/>
              </a:spcBef>
              <a:spcAft>
                <a:spcPts val="0"/>
              </a:spcAft>
              <a:buSzPts val="1400"/>
              <a:buNone/>
            </a:pPr>
            <a:r>
              <a:rPr lang="en">
                <a:solidFill>
                  <a:schemeClr val="tx1"/>
                </a:solidFill>
              </a:rPr>
              <a:t>  initial-scale=1.0"&gt;</a:t>
            </a:r>
            <a:endParaRPr>
              <a:solidFill>
                <a:schemeClr val="tx1"/>
              </a:solidFill>
            </a:endParaRPr>
          </a:p>
          <a:p>
            <a:pPr marL="0" marR="0" lvl="0" indent="0" algn="l" rtl="0">
              <a:lnSpc>
                <a:spcPct val="100000"/>
              </a:lnSpc>
              <a:spcBef>
                <a:spcPts val="0"/>
              </a:spcBef>
              <a:spcAft>
                <a:spcPts val="0"/>
              </a:spcAft>
              <a:buSzPts val="1400"/>
              <a:buNone/>
            </a:pPr>
            <a:r>
              <a:rPr lang="en"/>
              <a:t>&lt;/head&gt;</a:t>
            </a:r>
            <a:endParaRPr/>
          </a:p>
          <a:p>
            <a:pPr marL="0" marR="0" lvl="0" indent="0" algn="l" rtl="0">
              <a:lnSpc>
                <a:spcPct val="100000"/>
              </a:lnSpc>
              <a:spcBef>
                <a:spcPts val="0"/>
              </a:spcBef>
              <a:spcAft>
                <a:spcPts val="0"/>
              </a:spcAft>
              <a:buSzPts val="14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sz="3200"/>
              <a:t>Tree View – Document Object Model (DOM)</a:t>
            </a:r>
            <a:endParaRPr sz="3200"/>
          </a:p>
        </p:txBody>
      </p:sp>
      <p:sp>
        <p:nvSpPr>
          <p:cNvPr id="392" name="Google Shape;392;p42"/>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en"/>
              <a:t>An HTML document can be viewed in the form of a tree. Building/modifying an HTML document is to grow/trim the tree. </a:t>
            </a:r>
            <a:endParaRPr/>
          </a:p>
        </p:txBody>
      </p:sp>
      <p:sp>
        <p:nvSpPr>
          <p:cNvPr id="393" name="Google Shape;393;p42"/>
          <p:cNvSpPr txBox="1">
            <a:spLocks noGrp="1"/>
          </p:cNvSpPr>
          <p:nvPr>
            <p:ph type="body" idx="4294967295"/>
          </p:nvPr>
        </p:nvSpPr>
        <p:spPr>
          <a:xfrm>
            <a:off x="378700" y="2046675"/>
            <a:ext cx="3999900" cy="267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Text view</a:t>
            </a:r>
            <a:endParaRPr/>
          </a:p>
          <a:p>
            <a:pPr marL="0" lvl="0" indent="0" algn="l" rtl="0">
              <a:lnSpc>
                <a:spcPct val="115000"/>
              </a:lnSpc>
              <a:spcBef>
                <a:spcPts val="1600"/>
              </a:spcBef>
              <a:spcAft>
                <a:spcPts val="0"/>
              </a:spcAft>
              <a:buSzPts val="1800"/>
              <a:buNone/>
            </a:pPr>
            <a:r>
              <a:rPr lang="en" sz="1200">
                <a:solidFill>
                  <a:srgbClr val="708090"/>
                </a:solidFill>
                <a:highlight>
                  <a:srgbClr val="F5F2F0"/>
                </a:highlight>
                <a:latin typeface="Arial"/>
                <a:ea typeface="Arial"/>
                <a:cs typeface="Arial"/>
                <a:sym typeface="Arial"/>
              </a:rPr>
              <a:t>&lt;!DOCTYPE HTML&gt;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html</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head</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333333"/>
                </a:solidFill>
                <a:highlight>
                  <a:srgbClr val="F5F2F0"/>
                </a:highlight>
                <a:latin typeface="Arial"/>
                <a:ea typeface="Arial"/>
                <a:cs typeface="Arial"/>
                <a:sym typeface="Arial"/>
              </a:rPr>
              <a:t>  </a:t>
            </a: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title</a:t>
            </a:r>
            <a:r>
              <a:rPr lang="en" sz="1200">
                <a:solidFill>
                  <a:srgbClr val="999999"/>
                </a:solidFill>
                <a:highlight>
                  <a:srgbClr val="F5F2F0"/>
                </a:highlight>
                <a:latin typeface="Arial"/>
                <a:ea typeface="Arial"/>
                <a:cs typeface="Arial"/>
                <a:sym typeface="Arial"/>
              </a:rPr>
              <a:t>&gt;</a:t>
            </a:r>
            <a:r>
              <a:rPr lang="en" sz="1200">
                <a:solidFill>
                  <a:srgbClr val="333333"/>
                </a:solidFill>
                <a:highlight>
                  <a:srgbClr val="F5F2F0"/>
                </a:highlight>
                <a:latin typeface="Arial"/>
                <a:ea typeface="Arial"/>
                <a:cs typeface="Arial"/>
                <a:sym typeface="Arial"/>
              </a:rPr>
              <a:t>About elk</a:t>
            </a: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title</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head</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body</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333333"/>
                </a:solidFill>
                <a:highlight>
                  <a:srgbClr val="F5F2F0"/>
                </a:highlight>
                <a:latin typeface="Arial"/>
                <a:ea typeface="Arial"/>
                <a:cs typeface="Arial"/>
                <a:sym typeface="Arial"/>
              </a:rPr>
              <a:t>  The truth about elk.</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body</a:t>
            </a:r>
            <a:r>
              <a:rPr lang="en" sz="1200">
                <a:solidFill>
                  <a:srgbClr val="999999"/>
                </a:solidFill>
                <a:highlight>
                  <a:srgbClr val="F5F2F0"/>
                </a:highlight>
                <a:latin typeface="Arial"/>
                <a:ea typeface="Arial"/>
                <a:cs typeface="Arial"/>
                <a:sym typeface="Arial"/>
              </a:rPr>
              <a:t>&gt;</a:t>
            </a:r>
            <a:endParaRPr sz="1200">
              <a:solidFill>
                <a:srgbClr val="333333"/>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r>
              <a:rPr lang="en" sz="1200">
                <a:solidFill>
                  <a:srgbClr val="999999"/>
                </a:solidFill>
                <a:highlight>
                  <a:srgbClr val="F5F2F0"/>
                </a:highlight>
                <a:latin typeface="Arial"/>
                <a:ea typeface="Arial"/>
                <a:cs typeface="Arial"/>
                <a:sym typeface="Arial"/>
              </a:rPr>
              <a:t>&lt;/</a:t>
            </a:r>
            <a:r>
              <a:rPr lang="en" sz="1200">
                <a:solidFill>
                  <a:srgbClr val="990055"/>
                </a:solidFill>
                <a:highlight>
                  <a:srgbClr val="F5F2F0"/>
                </a:highlight>
                <a:latin typeface="Arial"/>
                <a:ea typeface="Arial"/>
                <a:cs typeface="Arial"/>
                <a:sym typeface="Arial"/>
              </a:rPr>
              <a:t>html</a:t>
            </a:r>
            <a:r>
              <a:rPr lang="en" sz="1200">
                <a:solidFill>
                  <a:srgbClr val="999999"/>
                </a:solidFill>
                <a:highlight>
                  <a:srgbClr val="F5F2F0"/>
                </a:highlight>
                <a:latin typeface="Arial"/>
                <a:ea typeface="Arial"/>
                <a:cs typeface="Arial"/>
                <a:sym typeface="Arial"/>
              </a:rPr>
              <a:t>&gt;</a:t>
            </a:r>
            <a:endParaRPr sz="1200">
              <a:solidFill>
                <a:srgbClr val="999999"/>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endParaRPr sz="1200">
              <a:solidFill>
                <a:srgbClr val="999999"/>
              </a:solidFill>
              <a:highlight>
                <a:srgbClr val="F5F2F0"/>
              </a:highlight>
              <a:latin typeface="Arial"/>
              <a:ea typeface="Arial"/>
              <a:cs typeface="Arial"/>
              <a:sym typeface="Arial"/>
            </a:endParaRPr>
          </a:p>
        </p:txBody>
      </p:sp>
      <p:sp>
        <p:nvSpPr>
          <p:cNvPr id="394" name="Google Shape;394;p42"/>
          <p:cNvSpPr txBox="1">
            <a:spLocks noGrp="1"/>
          </p:cNvSpPr>
          <p:nvPr>
            <p:ph type="body" idx="4294967295"/>
          </p:nvPr>
        </p:nvSpPr>
        <p:spPr>
          <a:xfrm>
            <a:off x="4832400" y="2046675"/>
            <a:ext cx="3999900" cy="267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Tree view</a:t>
            </a:r>
            <a:endParaRPr/>
          </a:p>
          <a:p>
            <a:pPr marL="0" lvl="0" indent="0" algn="l" rtl="0">
              <a:lnSpc>
                <a:spcPct val="115000"/>
              </a:lnSpc>
              <a:spcBef>
                <a:spcPts val="1600"/>
              </a:spcBef>
              <a:spcAft>
                <a:spcPts val="0"/>
              </a:spcAft>
              <a:buSzPts val="1800"/>
              <a:buNone/>
            </a:pPr>
            <a:endParaRPr sz="1200">
              <a:solidFill>
                <a:srgbClr val="999999"/>
              </a:solidFill>
              <a:highlight>
                <a:srgbClr val="F5F2F0"/>
              </a:highlight>
              <a:latin typeface="Arial"/>
              <a:ea typeface="Arial"/>
              <a:cs typeface="Arial"/>
              <a:sym typeface="Arial"/>
            </a:endParaRPr>
          </a:p>
          <a:p>
            <a:pPr marL="0" lvl="0" indent="0" algn="l" rtl="0">
              <a:lnSpc>
                <a:spcPct val="115000"/>
              </a:lnSpc>
              <a:spcBef>
                <a:spcPts val="0"/>
              </a:spcBef>
              <a:spcAft>
                <a:spcPts val="0"/>
              </a:spcAft>
              <a:buSzPts val="1800"/>
              <a:buNone/>
            </a:pPr>
            <a:endParaRPr sz="1200">
              <a:solidFill>
                <a:srgbClr val="999999"/>
              </a:solidFill>
              <a:highlight>
                <a:srgbClr val="F5F2F0"/>
              </a:highlight>
              <a:latin typeface="Arial"/>
              <a:ea typeface="Arial"/>
              <a:cs typeface="Arial"/>
              <a:sym typeface="Arial"/>
            </a:endParaRPr>
          </a:p>
        </p:txBody>
      </p:sp>
      <p:pic>
        <p:nvPicPr>
          <p:cNvPr id="395" name="Google Shape;395;p42"/>
          <p:cNvPicPr preferRelativeResize="0"/>
          <p:nvPr/>
        </p:nvPicPr>
        <p:blipFill rotWithShape="1">
          <a:blip r:embed="rId3">
            <a:alphaModFix/>
          </a:blip>
          <a:srcRect/>
          <a:stretch/>
        </p:blipFill>
        <p:spPr>
          <a:xfrm>
            <a:off x="4875625" y="2491124"/>
            <a:ext cx="2936675" cy="22303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3"/>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
              <a:t>Tools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Tools</a:t>
            </a:r>
            <a:endParaRPr/>
          </a:p>
        </p:txBody>
      </p:sp>
      <p:sp>
        <p:nvSpPr>
          <p:cNvPr id="406" name="Google Shape;406;p4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hlinkClick r:id="rId3"/>
              </a:rPr>
              <a:t>Google Chrome </a:t>
            </a:r>
            <a:r>
              <a:rPr lang="en"/>
              <a:t>will be the execution environment in this course.</a:t>
            </a:r>
          </a:p>
          <a:p>
            <a:pPr marL="0" lvl="0" indent="0" algn="l" rtl="0">
              <a:lnSpc>
                <a:spcPct val="115000"/>
              </a:lnSpc>
              <a:spcBef>
                <a:spcPts val="0"/>
              </a:spcBef>
              <a:spcAft>
                <a:spcPts val="0"/>
              </a:spcAft>
              <a:buSzPts val="1400"/>
              <a:buNone/>
            </a:pPr>
            <a:endParaRPr lang="en-US"/>
          </a:p>
          <a:p>
            <a:pPr marL="0" indent="0">
              <a:buNone/>
            </a:pPr>
            <a:r>
              <a:rPr lang="en-SG"/>
              <a:t>Debug: we will use </a:t>
            </a:r>
            <a:r>
              <a:rPr lang="en-SG">
                <a:hlinkClick r:id="rId4"/>
              </a:rPr>
              <a:t>Chrome DevTools </a:t>
            </a:r>
            <a:r>
              <a:rPr lang="en-SG"/>
              <a:t> for debugging</a:t>
            </a:r>
          </a:p>
          <a:p>
            <a:pPr marL="0" lvl="0" indent="0" algn="l" rtl="0">
              <a:lnSpc>
                <a:spcPct val="115000"/>
              </a:lnSpc>
              <a:spcBef>
                <a:spcPts val="0"/>
              </a:spcBef>
              <a:spcAft>
                <a:spcPts val="0"/>
              </a:spcAft>
              <a:buSzPts val="1400"/>
              <a:buNone/>
            </a:pPr>
            <a:endParaRPr/>
          </a:p>
          <a:p>
            <a:pPr marL="0" lvl="0" indent="0" algn="l" rtl="0">
              <a:lnSpc>
                <a:spcPct val="115000"/>
              </a:lnSpc>
              <a:spcBef>
                <a:spcPts val="1600"/>
              </a:spcBef>
              <a:spcAft>
                <a:spcPts val="1600"/>
              </a:spcAft>
              <a:buSzPts val="1400"/>
              <a:buNone/>
            </a:pPr>
            <a:endParaRPr/>
          </a:p>
        </p:txBody>
      </p:sp>
      <p:sp>
        <p:nvSpPr>
          <p:cNvPr id="407" name="Google Shape;407;p4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Tutorial</a:t>
            </a:r>
            <a:endParaRPr b="1"/>
          </a:p>
          <a:p>
            <a:pPr marL="0" marR="0" lvl="0" indent="0" algn="l" rtl="0">
              <a:lnSpc>
                <a:spcPct val="115000"/>
              </a:lnSpc>
              <a:spcBef>
                <a:spcPts val="1600"/>
              </a:spcBef>
              <a:spcAft>
                <a:spcPts val="0"/>
              </a:spcAft>
              <a:buSzPts val="1400"/>
              <a:buNone/>
            </a:pPr>
            <a:r>
              <a:rPr lang="en"/>
              <a:t>In Chrome browser, </a:t>
            </a:r>
            <a:r>
              <a:rPr lang="en" i="1"/>
              <a:t>Right-click</a:t>
            </a:r>
            <a:r>
              <a:rPr lang="en"/>
              <a:t> and </a:t>
            </a:r>
            <a:r>
              <a:rPr lang="en" i="1"/>
              <a:t>select</a:t>
            </a:r>
            <a:r>
              <a:rPr lang="en"/>
              <a:t> “View page source” see the page source</a:t>
            </a:r>
            <a:endParaRPr/>
          </a:p>
          <a:p>
            <a:pPr marL="0" marR="0" lvl="0" indent="0" algn="l" rtl="0">
              <a:lnSpc>
                <a:spcPct val="115000"/>
              </a:lnSpc>
              <a:spcBef>
                <a:spcPts val="1600"/>
              </a:spcBef>
              <a:spcAft>
                <a:spcPts val="0"/>
              </a:spcAft>
              <a:buSzPts val="1400"/>
              <a:buNone/>
            </a:pPr>
            <a:r>
              <a:rPr lang="en"/>
              <a:t>Right-click and select “Inspect” to see the </a:t>
            </a:r>
            <a:r>
              <a:rPr lang="en" err="1"/>
              <a:t>DevTools</a:t>
            </a:r>
            <a:r>
              <a:rPr lang="en"/>
              <a:t> menu. </a:t>
            </a:r>
            <a:endParaRPr/>
          </a:p>
          <a:p>
            <a:pPr marL="0" marR="0" lvl="0" indent="0" algn="l" rtl="0">
              <a:lnSpc>
                <a:spcPct val="115000"/>
              </a:lnSpc>
              <a:spcBef>
                <a:spcPts val="1600"/>
              </a:spcBef>
              <a:spcAft>
                <a:spcPts val="1600"/>
              </a:spcAft>
              <a:buSzPts val="140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Tools</a:t>
            </a:r>
            <a:endParaRPr/>
          </a:p>
        </p:txBody>
      </p:sp>
      <p:sp>
        <p:nvSpPr>
          <p:cNvPr id="440" name="Google Shape;440;p49"/>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Visual Studio Code is the editor that we will be using for programming and is recommended to you as well.</a:t>
            </a:r>
            <a:endParaRPr/>
          </a:p>
          <a:p>
            <a:pPr marL="0" lvl="0" indent="0" algn="l" rtl="0">
              <a:lnSpc>
                <a:spcPct val="115000"/>
              </a:lnSpc>
              <a:spcBef>
                <a:spcPts val="1600"/>
              </a:spcBef>
              <a:spcAft>
                <a:spcPts val="0"/>
              </a:spcAft>
              <a:buSzPts val="1400"/>
              <a:buNone/>
            </a:pPr>
            <a:r>
              <a:rPr lang="en" u="sng">
                <a:solidFill>
                  <a:schemeClr val="hlink"/>
                </a:solidFill>
                <a:hlinkClick r:id="rId3"/>
              </a:rPr>
              <a:t>VSC</a:t>
            </a:r>
            <a:endParaRPr/>
          </a:p>
          <a:p>
            <a:pPr marL="0" lvl="0" indent="0" algn="l" rtl="0">
              <a:lnSpc>
                <a:spcPct val="115000"/>
              </a:lnSpc>
              <a:spcBef>
                <a:spcPts val="1600"/>
              </a:spcBef>
              <a:spcAft>
                <a:spcPts val="1600"/>
              </a:spcAft>
              <a:buSzPts val="1400"/>
              <a:buNone/>
            </a:pPr>
            <a:endParaRPr/>
          </a:p>
        </p:txBody>
      </p:sp>
      <p:sp>
        <p:nvSpPr>
          <p:cNvPr id="441" name="Google Shape;441;p4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Tip</a:t>
            </a:r>
            <a:endParaRPr b="1"/>
          </a:p>
          <a:p>
            <a:pPr marL="0" marR="0" lvl="0" indent="0" algn="l" rtl="0">
              <a:lnSpc>
                <a:spcPct val="115000"/>
              </a:lnSpc>
              <a:spcBef>
                <a:spcPts val="1600"/>
              </a:spcBef>
              <a:spcAft>
                <a:spcPts val="1600"/>
              </a:spcAft>
              <a:buSzPts val="1400"/>
              <a:buNone/>
            </a:pPr>
            <a:r>
              <a:rPr lang="en"/>
              <a:t>Make sure auto-save (under File) is checked.</a:t>
            </a:r>
          </a:p>
          <a:p>
            <a:pPr marL="0" marR="0" lvl="0" indent="0" algn="l" rtl="0">
              <a:lnSpc>
                <a:spcPct val="115000"/>
              </a:lnSpc>
              <a:spcBef>
                <a:spcPts val="1600"/>
              </a:spcBef>
              <a:spcAft>
                <a:spcPts val="1600"/>
              </a:spcAft>
              <a:buSzPts val="1400"/>
              <a:buNone/>
            </a:pPr>
            <a:r>
              <a:rPr lang="en"/>
              <a:t>Go to </a:t>
            </a:r>
            <a:r>
              <a:rPr lang="en" i="1"/>
              <a:t>Settings =&gt; User </a:t>
            </a:r>
            <a:r>
              <a:rPr lang="en"/>
              <a:t>and change configurations according to your preferences.</a:t>
            </a:r>
          </a:p>
        </p:txBody>
      </p:sp>
      <p:pic>
        <p:nvPicPr>
          <p:cNvPr id="3" name="Picture 2" descr="A screenshot of a computer&#10;&#10;Description automatically generated">
            <a:extLst>
              <a:ext uri="{FF2B5EF4-FFF2-40B4-BE49-F238E27FC236}">
                <a16:creationId xmlns:a16="http://schemas.microsoft.com/office/drawing/2014/main" id="{B38E3338-0D4B-F85B-8788-62523EA702B1}"/>
              </a:ext>
            </a:extLst>
          </p:cNvPr>
          <p:cNvPicPr>
            <a:picLocks noChangeAspect="1"/>
          </p:cNvPicPr>
          <p:nvPr/>
        </p:nvPicPr>
        <p:blipFill>
          <a:blip r:embed="rId4"/>
          <a:stretch>
            <a:fillRect/>
          </a:stretch>
        </p:blipFill>
        <p:spPr>
          <a:xfrm>
            <a:off x="5162555" y="3001566"/>
            <a:ext cx="2884165" cy="1983992"/>
          </a:xfrm>
          <a:prstGeom prst="rect">
            <a:avLst/>
          </a:prstGeom>
        </p:spPr>
      </p:pic>
    </p:spTree>
    <p:extLst>
      <p:ext uri="{BB962C8B-B14F-4D97-AF65-F5344CB8AC3E}">
        <p14:creationId xmlns:p14="http://schemas.microsoft.com/office/powerpoint/2010/main" val="7602088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9">
          <a:extLst>
            <a:ext uri="{FF2B5EF4-FFF2-40B4-BE49-F238E27FC236}">
              <a16:creationId xmlns:a16="http://schemas.microsoft.com/office/drawing/2014/main" id="{2A16B713-15D9-DFF1-2DAE-27A1AE99311C}"/>
            </a:ext>
          </a:extLst>
        </p:cNvPr>
        <p:cNvGrpSpPr/>
        <p:nvPr/>
      </p:nvGrpSpPr>
      <p:grpSpPr>
        <a:xfrm>
          <a:off x="0" y="0"/>
          <a:ext cx="0" cy="0"/>
          <a:chOff x="0" y="0"/>
          <a:chExt cx="0" cy="0"/>
        </a:xfrm>
      </p:grpSpPr>
      <p:sp>
        <p:nvSpPr>
          <p:cNvPr id="400" name="Google Shape;400;p43">
            <a:extLst>
              <a:ext uri="{FF2B5EF4-FFF2-40B4-BE49-F238E27FC236}">
                <a16:creationId xmlns:a16="http://schemas.microsoft.com/office/drawing/2014/main" id="{3B7D903E-FAB1-A9B5-749A-93C636F443E3}"/>
              </a:ext>
            </a:extLst>
          </p:cNvPr>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
              <a:t>JavaScript</a:t>
            </a:r>
            <a:endParaRPr/>
          </a:p>
        </p:txBody>
      </p:sp>
    </p:spTree>
    <p:extLst>
      <p:ext uri="{BB962C8B-B14F-4D97-AF65-F5344CB8AC3E}">
        <p14:creationId xmlns:p14="http://schemas.microsoft.com/office/powerpoint/2010/main" val="6616304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BA38B-6432-57B4-B4CF-90FCD0632A5A}"/>
              </a:ext>
            </a:extLst>
          </p:cNvPr>
          <p:cNvSpPr>
            <a:spLocks noGrp="1"/>
          </p:cNvSpPr>
          <p:nvPr>
            <p:ph type="title"/>
          </p:nvPr>
        </p:nvSpPr>
        <p:spPr/>
        <p:txBody>
          <a:bodyPr/>
          <a:lstStyle/>
          <a:p>
            <a:r>
              <a:rPr lang="en-US"/>
              <a:t>JavaScript Practice</a:t>
            </a:r>
          </a:p>
        </p:txBody>
      </p:sp>
      <p:sp>
        <p:nvSpPr>
          <p:cNvPr id="3" name="Text Placeholder 2">
            <a:extLst>
              <a:ext uri="{FF2B5EF4-FFF2-40B4-BE49-F238E27FC236}">
                <a16:creationId xmlns:a16="http://schemas.microsoft.com/office/drawing/2014/main" id="{51FD4094-CF60-CD57-E680-5E6AFADFB09D}"/>
              </a:ext>
            </a:extLst>
          </p:cNvPr>
          <p:cNvSpPr>
            <a:spLocks noGrp="1"/>
          </p:cNvSpPr>
          <p:nvPr>
            <p:ph type="body" idx="1"/>
          </p:nvPr>
        </p:nvSpPr>
        <p:spPr/>
        <p:txBody>
          <a:bodyPr/>
          <a:lstStyle/>
          <a:p>
            <a:r>
              <a:rPr lang="en-US"/>
              <a:t>We have created a web application that allows you to complete a set of exercises focusing on common misconceptions in web programming.</a:t>
            </a:r>
          </a:p>
          <a:p>
            <a:pPr>
              <a:lnSpc>
                <a:spcPct val="114999"/>
              </a:lnSpc>
            </a:pPr>
            <a:r>
              <a:rPr lang="en-US"/>
              <a:t>This is part of a study and we would need your informed consent to participate in it. </a:t>
            </a:r>
          </a:p>
          <a:p>
            <a:pPr>
              <a:lnSpc>
                <a:spcPct val="114999"/>
              </a:lnSpc>
            </a:pPr>
            <a:r>
              <a:rPr lang="en-US"/>
              <a:t>Participation is encouraged as this will help you to recall what you learnt for JavaScript in WAD1.</a:t>
            </a:r>
          </a:p>
          <a:p>
            <a:pPr>
              <a:lnSpc>
                <a:spcPct val="114999"/>
              </a:lnSpc>
            </a:pPr>
            <a:endParaRPr lang="en-US"/>
          </a:p>
        </p:txBody>
      </p:sp>
      <p:sp>
        <p:nvSpPr>
          <p:cNvPr id="4" name="Text Placeholder 3">
            <a:extLst>
              <a:ext uri="{FF2B5EF4-FFF2-40B4-BE49-F238E27FC236}">
                <a16:creationId xmlns:a16="http://schemas.microsoft.com/office/drawing/2014/main" id="{D4C67C0E-5816-5BEE-89B8-5BAA1E77F197}"/>
              </a:ext>
            </a:extLst>
          </p:cNvPr>
          <p:cNvSpPr>
            <a:spLocks noGrp="1"/>
          </p:cNvSpPr>
          <p:nvPr>
            <p:ph type="body" idx="2"/>
          </p:nvPr>
        </p:nvSpPr>
        <p:spPr/>
        <p:txBody>
          <a:bodyPr/>
          <a:lstStyle/>
          <a:p>
            <a:pPr>
              <a:lnSpc>
                <a:spcPct val="114999"/>
              </a:lnSpc>
            </a:pPr>
            <a:r>
              <a:rPr lang="en-US" dirty="0"/>
              <a:t>Click on </a:t>
            </a:r>
            <a:r>
              <a:rPr lang="en-US" dirty="0">
                <a:hlinkClick r:id="rId2"/>
              </a:rPr>
              <a:t>https://forms.gle/StdC1NFNwoUFmaeq9</a:t>
            </a:r>
            <a:r>
              <a:rPr lang="en-US" dirty="0"/>
              <a:t> to indicate your consent.</a:t>
            </a:r>
          </a:p>
          <a:p>
            <a:pPr>
              <a:lnSpc>
                <a:spcPct val="114999"/>
              </a:lnSpc>
            </a:pPr>
            <a:r>
              <a:rPr lang="en-US" dirty="0"/>
              <a:t>You will access the system at </a:t>
            </a:r>
            <a:r>
              <a:rPr lang="en-US" dirty="0">
                <a:hlinkClick r:id="rId3"/>
              </a:rPr>
              <a:t>https://eric-wp0-react-spa.ericngyw.workers.dev/</a:t>
            </a:r>
            <a:endParaRPr lang="en-US" dirty="0">
              <a:latin typeface="Calibri"/>
              <a:ea typeface="Calibri"/>
              <a:cs typeface="Calibri"/>
            </a:endParaRPr>
          </a:p>
          <a:p>
            <a:pPr>
              <a:lnSpc>
                <a:spcPct val="114999"/>
              </a:lnSpc>
            </a:pPr>
            <a:endParaRPr lang="en-US" dirty="0"/>
          </a:p>
        </p:txBody>
      </p:sp>
    </p:spTree>
    <p:extLst>
      <p:ext uri="{BB962C8B-B14F-4D97-AF65-F5344CB8AC3E}">
        <p14:creationId xmlns:p14="http://schemas.microsoft.com/office/powerpoint/2010/main" val="35688245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2E32CA1E-ECFD-72BB-1AD6-F1E608128612}"/>
            </a:ext>
          </a:extLst>
        </p:cNvPr>
        <p:cNvGrpSpPr/>
        <p:nvPr/>
      </p:nvGrpSpPr>
      <p:grpSpPr>
        <a:xfrm>
          <a:off x="0" y="0"/>
          <a:ext cx="0" cy="0"/>
          <a:chOff x="0" y="0"/>
          <a:chExt cx="0" cy="0"/>
        </a:xfrm>
      </p:grpSpPr>
      <p:sp>
        <p:nvSpPr>
          <p:cNvPr id="341" name="Google Shape;341;p34">
            <a:extLst>
              <a:ext uri="{FF2B5EF4-FFF2-40B4-BE49-F238E27FC236}">
                <a16:creationId xmlns:a16="http://schemas.microsoft.com/office/drawing/2014/main" id="{458F4E81-AD24-E8E1-DEEC-6AB47C8FB604}"/>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JavaScript in Front End</a:t>
            </a:r>
            <a:endParaRPr/>
          </a:p>
        </p:txBody>
      </p:sp>
      <p:sp>
        <p:nvSpPr>
          <p:cNvPr id="342" name="Google Shape;342;p34">
            <a:extLst>
              <a:ext uri="{FF2B5EF4-FFF2-40B4-BE49-F238E27FC236}">
                <a16:creationId xmlns:a16="http://schemas.microsoft.com/office/drawing/2014/main" id="{A3B68A28-DB50-FF3C-8DD8-57FDF26C851F}"/>
              </a:ext>
            </a:extLst>
          </p:cNvPr>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a:t>(We assume that) You have learnt JavaScript in previous course.</a:t>
            </a:r>
          </a:p>
          <a:p>
            <a:pPr marL="0" lvl="0" indent="0" algn="l" rtl="0">
              <a:lnSpc>
                <a:spcPct val="115000"/>
              </a:lnSpc>
              <a:spcBef>
                <a:spcPts val="0"/>
              </a:spcBef>
              <a:spcAft>
                <a:spcPts val="0"/>
              </a:spcAft>
              <a:buSzPts val="1800"/>
              <a:buNone/>
            </a:pPr>
            <a:endParaRPr lang="en-US"/>
          </a:p>
          <a:p>
            <a:pPr marL="0" lvl="0" indent="0" algn="l" rtl="0">
              <a:lnSpc>
                <a:spcPct val="115000"/>
              </a:lnSpc>
              <a:spcBef>
                <a:spcPts val="0"/>
              </a:spcBef>
              <a:spcAft>
                <a:spcPts val="0"/>
              </a:spcAft>
              <a:buSzPts val="1800"/>
              <a:buNone/>
            </a:pPr>
            <a:r>
              <a:rPr lang="en-US"/>
              <a:t>Here, we will briefly introduce how (vanilla) JavaScript is used in Front End.</a:t>
            </a:r>
          </a:p>
          <a:p>
            <a:pPr marL="0" lvl="0" indent="0" algn="l" rtl="0">
              <a:lnSpc>
                <a:spcPct val="115000"/>
              </a:lnSpc>
              <a:spcBef>
                <a:spcPts val="0"/>
              </a:spcBef>
              <a:spcAft>
                <a:spcPts val="0"/>
              </a:spcAft>
              <a:buSzPts val="1800"/>
              <a:buNone/>
            </a:pPr>
            <a:endParaRPr lang="en-US"/>
          </a:p>
          <a:p>
            <a:pPr marL="0" lvl="0" indent="0" algn="l" rtl="0">
              <a:lnSpc>
                <a:spcPct val="115000"/>
              </a:lnSpc>
              <a:spcBef>
                <a:spcPts val="0"/>
              </a:spcBef>
              <a:spcAft>
                <a:spcPts val="0"/>
              </a:spcAft>
              <a:buSzPts val="1800"/>
              <a:buNone/>
            </a:pPr>
            <a:r>
              <a:rPr lang="en-US"/>
              <a:t>In subsequent weeks, we will be using JavaScript framework (</a:t>
            </a:r>
            <a:r>
              <a:rPr lang="en-US" err="1"/>
              <a:t>Vue.js</a:t>
            </a:r>
            <a:r>
              <a:rPr lang="en-US"/>
              <a:t>) to build the front end pages.</a:t>
            </a:r>
            <a:endParaRPr/>
          </a:p>
        </p:txBody>
      </p:sp>
    </p:spTree>
    <p:extLst>
      <p:ext uri="{BB962C8B-B14F-4D97-AF65-F5344CB8AC3E}">
        <p14:creationId xmlns:p14="http://schemas.microsoft.com/office/powerpoint/2010/main" val="28371230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JavaScript Naming Convention	</a:t>
            </a:r>
            <a:endParaRPr/>
          </a:p>
        </p:txBody>
      </p:sp>
      <p:sp>
        <p:nvSpPr>
          <p:cNvPr id="114" name="Google Shape;114;p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b="1"/>
              <a:t>Underscore: </a:t>
            </a:r>
            <a:r>
              <a:rPr lang="en"/>
              <a:t>e.g.</a:t>
            </a:r>
            <a:endParaRPr/>
          </a:p>
          <a:p>
            <a:pPr marL="0" marR="0" lvl="0" indent="457200" algn="l" rtl="0">
              <a:lnSpc>
                <a:spcPct val="115000"/>
              </a:lnSpc>
              <a:spcBef>
                <a:spcPts val="1600"/>
              </a:spcBef>
              <a:spcAft>
                <a:spcPts val="0"/>
              </a:spcAft>
              <a:buSzPts val="1800"/>
              <a:buNone/>
            </a:pPr>
            <a:r>
              <a:rPr lang="en"/>
              <a:t>first_name, last_name, master_card, inter_city</a:t>
            </a:r>
            <a:endParaRPr/>
          </a:p>
          <a:p>
            <a:pPr marL="0" marR="0" lvl="0" indent="0" algn="l" rtl="0">
              <a:lnSpc>
                <a:spcPct val="115000"/>
              </a:lnSpc>
              <a:spcBef>
                <a:spcPts val="1600"/>
              </a:spcBef>
              <a:spcAft>
                <a:spcPts val="0"/>
              </a:spcAft>
              <a:buSzPts val="1800"/>
              <a:buNone/>
            </a:pPr>
            <a:r>
              <a:rPr lang="en" b="1"/>
              <a:t>Upper Camel Case (Pascal Case): </a:t>
            </a:r>
            <a:r>
              <a:rPr lang="en"/>
              <a:t>e.g.</a:t>
            </a:r>
            <a:r>
              <a:rPr lang="en" b="1"/>
              <a:t> </a:t>
            </a:r>
            <a:endParaRPr b="1"/>
          </a:p>
          <a:p>
            <a:pPr marL="0" marR="0" lvl="0" indent="457200" algn="l" rtl="0">
              <a:lnSpc>
                <a:spcPct val="115000"/>
              </a:lnSpc>
              <a:spcBef>
                <a:spcPts val="1600"/>
              </a:spcBef>
              <a:spcAft>
                <a:spcPts val="0"/>
              </a:spcAft>
              <a:buSzPts val="1800"/>
              <a:buNone/>
            </a:pPr>
            <a:r>
              <a:rPr lang="en"/>
              <a:t>FirstName, LastName, MasterCard, InterCity</a:t>
            </a:r>
            <a:endParaRPr/>
          </a:p>
          <a:p>
            <a:pPr marL="0" marR="0" lvl="0" indent="0" algn="l" rtl="0">
              <a:lnSpc>
                <a:spcPct val="115000"/>
              </a:lnSpc>
              <a:spcBef>
                <a:spcPts val="1600"/>
              </a:spcBef>
              <a:spcAft>
                <a:spcPts val="0"/>
              </a:spcAft>
              <a:buSzPts val="1800"/>
              <a:buNone/>
            </a:pPr>
            <a:r>
              <a:rPr lang="en" b="1"/>
              <a:t>Lower Camel Case: </a:t>
            </a:r>
            <a:r>
              <a:rPr lang="en"/>
              <a:t>e.g.</a:t>
            </a:r>
            <a:endParaRPr/>
          </a:p>
          <a:p>
            <a:pPr marL="0" marR="0" lvl="0" indent="457200" algn="l" rtl="0">
              <a:lnSpc>
                <a:spcPct val="115000"/>
              </a:lnSpc>
              <a:spcBef>
                <a:spcPts val="1600"/>
              </a:spcBef>
              <a:spcAft>
                <a:spcPts val="1600"/>
              </a:spcAft>
              <a:buSzPts val="1800"/>
              <a:buNone/>
            </a:pPr>
            <a:r>
              <a:rPr lang="en"/>
              <a:t>firstName, lastName, masterCard, interCity</a:t>
            </a:r>
            <a:endParaRPr/>
          </a:p>
        </p:txBody>
      </p:sp>
    </p:spTree>
    <p:extLst>
      <p:ext uri="{BB962C8B-B14F-4D97-AF65-F5344CB8AC3E}">
        <p14:creationId xmlns:p14="http://schemas.microsoft.com/office/powerpoint/2010/main" val="39833806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JavaScript: Hello World</a:t>
            </a:r>
            <a:endParaRPr/>
          </a:p>
        </p:txBody>
      </p:sp>
      <p:sp>
        <p:nvSpPr>
          <p:cNvPr id="85" name="Google Shape;85;p5"/>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b="1"/>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&lt;html&gt;</a:t>
            </a:r>
            <a:endParaRPr/>
          </a:p>
          <a:p>
            <a:pPr marL="0" lvl="0" indent="0" algn="l" rtl="0">
              <a:lnSpc>
                <a:spcPct val="115000"/>
              </a:lnSpc>
              <a:spcBef>
                <a:spcPts val="0"/>
              </a:spcBef>
              <a:spcAft>
                <a:spcPts val="0"/>
              </a:spcAft>
              <a:buSzPts val="1400"/>
              <a:buNone/>
            </a:pPr>
            <a:r>
              <a:rPr lang="en"/>
              <a:t>   &lt;head&gt;</a:t>
            </a:r>
            <a:endParaRPr/>
          </a:p>
          <a:p>
            <a:pPr marL="0" lvl="0" indent="0" algn="l" rtl="0">
              <a:lnSpc>
                <a:spcPct val="115000"/>
              </a:lnSpc>
              <a:spcBef>
                <a:spcPts val="0"/>
              </a:spcBef>
              <a:spcAft>
                <a:spcPts val="0"/>
              </a:spcAft>
              <a:buSzPts val="1400"/>
              <a:buNone/>
            </a:pPr>
            <a:r>
              <a:rPr lang="en"/>
              <a:t>  	&lt;title&gt;Hello World&lt;/title&gt;</a:t>
            </a:r>
            <a:endParaRPr/>
          </a:p>
          <a:p>
            <a:pPr marL="0" lvl="0" indent="0" algn="l" rtl="0">
              <a:lnSpc>
                <a:spcPct val="115000"/>
              </a:lnSpc>
              <a:spcBef>
                <a:spcPts val="0"/>
              </a:spcBef>
              <a:spcAft>
                <a:spcPts val="0"/>
              </a:spcAft>
              <a:buSzPts val="1400"/>
              <a:buNone/>
            </a:pPr>
            <a:r>
              <a:rPr lang="en"/>
              <a:t>   &lt;/head&gt;</a:t>
            </a:r>
            <a:endParaRPr/>
          </a:p>
          <a:p>
            <a:pPr marL="0" lvl="0" indent="0" algn="l" rtl="0">
              <a:lnSpc>
                <a:spcPct val="115000"/>
              </a:lnSpc>
              <a:spcBef>
                <a:spcPts val="0"/>
              </a:spcBef>
              <a:spcAft>
                <a:spcPts val="0"/>
              </a:spcAft>
              <a:buSzPts val="1400"/>
              <a:buNone/>
            </a:pPr>
            <a:r>
              <a:rPr lang="en"/>
              <a:t>   &lt;body&gt;</a:t>
            </a:r>
            <a:endParaRPr/>
          </a:p>
          <a:p>
            <a:pPr marL="0" lvl="0" indent="0" algn="l" rtl="0">
              <a:lnSpc>
                <a:spcPct val="115000"/>
              </a:lnSpc>
              <a:spcBef>
                <a:spcPts val="0"/>
              </a:spcBef>
              <a:spcAft>
                <a:spcPts val="0"/>
              </a:spcAft>
              <a:buSzPts val="1400"/>
              <a:buNone/>
            </a:pPr>
            <a:r>
              <a:rPr lang="en"/>
              <a:t>  	&lt;script type="text/</a:t>
            </a:r>
            <a:r>
              <a:rPr lang="en" err="1"/>
              <a:t>javascript</a:t>
            </a:r>
            <a:r>
              <a:rPr lang="en"/>
              <a:t>"&gt; </a:t>
            </a:r>
            <a:endParaRPr/>
          </a:p>
          <a:p>
            <a:pPr marL="0" lvl="0" indent="0" algn="l" rtl="0">
              <a:lnSpc>
                <a:spcPct val="115000"/>
              </a:lnSpc>
              <a:spcBef>
                <a:spcPts val="0"/>
              </a:spcBef>
              <a:spcAft>
                <a:spcPts val="0"/>
              </a:spcAft>
              <a:buSzPts val="1400"/>
              <a:buNone/>
            </a:pPr>
            <a:r>
              <a:rPr lang="en"/>
              <a:t>      	      </a:t>
            </a:r>
            <a:r>
              <a:rPr lang="en" err="1">
                <a:highlight>
                  <a:srgbClr val="B7B7B7"/>
                </a:highlight>
              </a:rPr>
              <a:t>document.write</a:t>
            </a:r>
            <a:r>
              <a:rPr lang="en">
                <a:highlight>
                  <a:srgbClr val="B7B7B7"/>
                </a:highlight>
              </a:rPr>
              <a:t>("Hello World!")</a:t>
            </a:r>
            <a:endParaRPr>
              <a:highlight>
                <a:srgbClr val="B7B7B7"/>
              </a:highlight>
            </a:endParaRPr>
          </a:p>
          <a:p>
            <a:pPr marL="0" lvl="0" indent="0" algn="l" rtl="0">
              <a:lnSpc>
                <a:spcPct val="115000"/>
              </a:lnSpc>
              <a:spcBef>
                <a:spcPts val="0"/>
              </a:spcBef>
              <a:spcAft>
                <a:spcPts val="0"/>
              </a:spcAft>
              <a:buSzPts val="1400"/>
              <a:buNone/>
            </a:pPr>
            <a:r>
              <a:rPr lang="en"/>
              <a:t>  	&lt;/script&gt;</a:t>
            </a:r>
            <a:endParaRPr/>
          </a:p>
          <a:p>
            <a:pPr marL="0" lvl="0" indent="0" algn="l" rtl="0">
              <a:lnSpc>
                <a:spcPct val="115000"/>
              </a:lnSpc>
              <a:spcBef>
                <a:spcPts val="0"/>
              </a:spcBef>
              <a:spcAft>
                <a:spcPts val="0"/>
              </a:spcAft>
              <a:buSzPts val="1400"/>
              <a:buNone/>
            </a:pPr>
            <a:r>
              <a:rPr lang="en"/>
              <a:t>   &lt;/body&gt;</a:t>
            </a:r>
            <a:endParaRPr/>
          </a:p>
          <a:p>
            <a:pPr marL="0" lvl="0" indent="0" algn="l" rtl="0">
              <a:lnSpc>
                <a:spcPct val="115000"/>
              </a:lnSpc>
              <a:spcBef>
                <a:spcPts val="0"/>
              </a:spcBef>
              <a:spcAft>
                <a:spcPts val="0"/>
              </a:spcAft>
              <a:buSzPts val="1400"/>
              <a:buNone/>
            </a:pPr>
            <a:r>
              <a:rPr lang="en"/>
              <a:t>&lt;/html&gt;</a:t>
            </a:r>
            <a:endParaRPr/>
          </a:p>
          <a:p>
            <a:pPr marL="0" marR="0" lvl="0" indent="0" algn="l" rtl="0">
              <a:lnSpc>
                <a:spcPct val="115000"/>
              </a:lnSpc>
              <a:spcBef>
                <a:spcPts val="0"/>
              </a:spcBef>
              <a:spcAft>
                <a:spcPts val="1600"/>
              </a:spcAft>
              <a:buSzPts val="1400"/>
              <a:buNone/>
            </a:pPr>
            <a:endParaRPr/>
          </a:p>
        </p:txBody>
      </p:sp>
      <p:sp>
        <p:nvSpPr>
          <p:cNvPr id="86" name="Google Shape;86;p5"/>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t>Note</a:t>
            </a:r>
            <a:endParaRPr b="1"/>
          </a:p>
          <a:p>
            <a:pPr marL="0" lvl="0" indent="0" algn="l" rtl="0">
              <a:lnSpc>
                <a:spcPct val="115000"/>
              </a:lnSpc>
              <a:spcBef>
                <a:spcPts val="1600"/>
              </a:spcBef>
              <a:spcAft>
                <a:spcPts val="0"/>
              </a:spcAft>
              <a:buClr>
                <a:schemeClr val="dk1"/>
              </a:buClr>
              <a:buSzPts val="1100"/>
              <a:buFont typeface="Arial"/>
              <a:buNone/>
            </a:pPr>
            <a:r>
              <a:rPr lang="en"/>
              <a:t>‘type=“text/javascript”’ is optiona</a:t>
            </a:r>
            <a:r>
              <a:rPr lang="en" sz="1600">
                <a:latin typeface="Arial"/>
                <a:ea typeface="Arial"/>
                <a:cs typeface="Arial"/>
                <a:sym typeface="Arial"/>
              </a:rPr>
              <a:t>l</a:t>
            </a:r>
            <a:endParaRPr sz="1600">
              <a:latin typeface="Arial"/>
              <a:ea typeface="Arial"/>
              <a:cs typeface="Arial"/>
              <a:sym typeface="Arial"/>
            </a:endParaRPr>
          </a:p>
          <a:p>
            <a:pPr marL="0" lvl="0" indent="0" algn="l" rtl="0">
              <a:lnSpc>
                <a:spcPct val="115000"/>
              </a:lnSpc>
              <a:spcBef>
                <a:spcPts val="1600"/>
              </a:spcBef>
              <a:spcAft>
                <a:spcPts val="0"/>
              </a:spcAft>
              <a:buClr>
                <a:schemeClr val="dk1"/>
              </a:buClr>
              <a:buSzPts val="1100"/>
              <a:buFont typeface="Arial"/>
              <a:buNone/>
            </a:pPr>
            <a:r>
              <a:rPr lang="en"/>
              <a:t>Semicolon at the end of a statement is optional (but recommended) if there is only one statement at the line. </a:t>
            </a:r>
            <a:endParaRPr/>
          </a:p>
          <a:p>
            <a:pPr marL="0" lvl="0" indent="0" algn="l" rtl="0">
              <a:lnSpc>
                <a:spcPct val="115000"/>
              </a:lnSpc>
              <a:spcBef>
                <a:spcPts val="1600"/>
              </a:spcBef>
              <a:spcAft>
                <a:spcPts val="1600"/>
              </a:spcAft>
              <a:buClr>
                <a:schemeClr val="dk1"/>
              </a:buClr>
              <a:buSzPts val="1100"/>
              <a:buFont typeface="Arial"/>
              <a:buNone/>
            </a:pPr>
            <a:r>
              <a:rPr lang="en"/>
              <a:t>The “document” object represents the HTML document that is displayed in that window. </a:t>
            </a:r>
            <a:endParaRPr/>
          </a:p>
        </p:txBody>
      </p:sp>
      <p:sp>
        <p:nvSpPr>
          <p:cNvPr id="87" name="Google Shape;87;p5"/>
          <p:cNvSpPr/>
          <p:nvPr/>
        </p:nvSpPr>
        <p:spPr>
          <a:xfrm>
            <a:off x="4832400" y="3945850"/>
            <a:ext cx="3245400" cy="566400"/>
          </a:xfrm>
          <a:prstGeom prst="wedgeRoundRectCallout">
            <a:avLst>
              <a:gd name="adj1" fmla="val 36765"/>
              <a:gd name="adj2" fmla="val 6685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You can program with either </a:t>
            </a:r>
            <a:r>
              <a:rPr lang="en" sz="1400" b="0" i="0" u="none" strike="noStrike" cap="none" err="1">
                <a:solidFill>
                  <a:srgbClr val="000000"/>
                </a:solidFill>
                <a:latin typeface="Arial"/>
                <a:ea typeface="Arial"/>
                <a:cs typeface="Arial"/>
                <a:sym typeface="Arial"/>
              </a:rPr>
              <a:t>VSC+Chrome</a:t>
            </a:r>
            <a:r>
              <a:rPr lang="en" sz="1400" b="0" i="0" u="none" strike="noStrike" cap="none">
                <a:solidFill>
                  <a:srgbClr val="000000"/>
                </a:solidFill>
                <a:latin typeface="Arial"/>
                <a:ea typeface="Arial"/>
                <a:cs typeface="Arial"/>
                <a:sym typeface="Arial"/>
              </a:rPr>
              <a:t> or </a:t>
            </a:r>
            <a:r>
              <a:rPr lang="en" sz="14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JSFiddle.net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JavaScript in &lt;head&gt; and &lt;body&gt;</a:t>
            </a:r>
            <a:endParaRPr/>
          </a:p>
        </p:txBody>
      </p:sp>
      <p:sp>
        <p:nvSpPr>
          <p:cNvPr id="93" name="Google Shape;93;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Javascript code can be placed in both HTML &lt;head&gt; and &lt;body&gt; sections. </a:t>
            </a:r>
            <a:endParaRPr/>
          </a:p>
          <a:p>
            <a:pPr marL="0" marR="0" lvl="0" indent="0" algn="l" rtl="0">
              <a:lnSpc>
                <a:spcPct val="115000"/>
              </a:lnSpc>
              <a:spcBef>
                <a:spcPts val="1600"/>
              </a:spcBef>
              <a:spcAft>
                <a:spcPts val="0"/>
              </a:spcAft>
              <a:buSzPts val="1400"/>
              <a:buNone/>
            </a:pPr>
            <a:r>
              <a:rPr lang="en"/>
              <a:t>Ideally, place Javascript code in &lt;head&gt; section, only if it needs to be executed before the page is rendered. </a:t>
            </a:r>
            <a:endParaRPr/>
          </a:p>
          <a:p>
            <a:pPr marL="0" marR="0" lvl="0" indent="0" algn="l" rtl="0">
              <a:lnSpc>
                <a:spcPct val="115000"/>
              </a:lnSpc>
              <a:spcBef>
                <a:spcPts val="1600"/>
              </a:spcBef>
              <a:spcAft>
                <a:spcPts val="0"/>
              </a:spcAft>
              <a:buSzPts val="1400"/>
              <a:buNone/>
            </a:pPr>
            <a:r>
              <a:rPr lang="en"/>
              <a:t>Most of the time, put it at the bottom of &lt;body&gt;.</a:t>
            </a:r>
            <a:endParaRPr/>
          </a:p>
          <a:p>
            <a:pPr marL="0" marR="0" lvl="0" indent="0" algn="l" rtl="0">
              <a:lnSpc>
                <a:spcPct val="115000"/>
              </a:lnSpc>
              <a:spcBef>
                <a:spcPts val="1600"/>
              </a:spcBef>
              <a:spcAft>
                <a:spcPts val="1600"/>
              </a:spcAft>
              <a:buSzPts val="1400"/>
              <a:buNone/>
            </a:pPr>
            <a:endParaRPr/>
          </a:p>
        </p:txBody>
      </p:sp>
      <p:sp>
        <p:nvSpPr>
          <p:cNvPr id="94" name="Google Shape;94;p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Examples</a:t>
            </a:r>
            <a:endParaRPr b="1"/>
          </a:p>
          <a:p>
            <a:pPr marL="0" marR="0" lvl="0" indent="0" algn="l" rtl="0">
              <a:lnSpc>
                <a:spcPct val="115000"/>
              </a:lnSpc>
              <a:spcBef>
                <a:spcPts val="1600"/>
              </a:spcBef>
              <a:spcAft>
                <a:spcPts val="0"/>
              </a:spcAft>
              <a:buSzPts val="1400"/>
              <a:buNone/>
            </a:pPr>
            <a:r>
              <a:rPr lang="en"/>
              <a:t>&lt;html&gt;</a:t>
            </a:r>
            <a:endParaRPr/>
          </a:p>
          <a:p>
            <a:pPr marL="0" marR="0" lvl="0" indent="0" algn="l" rtl="0">
              <a:lnSpc>
                <a:spcPct val="115000"/>
              </a:lnSpc>
              <a:spcBef>
                <a:spcPts val="0"/>
              </a:spcBef>
              <a:spcAft>
                <a:spcPts val="0"/>
              </a:spcAft>
              <a:buSzPts val="1400"/>
              <a:buNone/>
            </a:pPr>
            <a:r>
              <a:rPr lang="en"/>
              <a:t>   &lt;head&gt;</a:t>
            </a:r>
            <a:endParaRPr/>
          </a:p>
          <a:p>
            <a:pPr marL="0" marR="0" lvl="0" indent="0" algn="l" rtl="0">
              <a:lnSpc>
                <a:spcPct val="115000"/>
              </a:lnSpc>
              <a:spcBef>
                <a:spcPts val="0"/>
              </a:spcBef>
              <a:spcAft>
                <a:spcPts val="0"/>
              </a:spcAft>
              <a:buSzPts val="1400"/>
              <a:buNone/>
            </a:pPr>
            <a:r>
              <a:rPr lang="en"/>
              <a:t>  	&lt;script&gt;…&lt;/script&gt;</a:t>
            </a:r>
            <a:endParaRPr/>
          </a:p>
          <a:p>
            <a:pPr marL="0" marR="0" lvl="0" indent="0" algn="l" rtl="0">
              <a:lnSpc>
                <a:spcPct val="115000"/>
              </a:lnSpc>
              <a:spcBef>
                <a:spcPts val="0"/>
              </a:spcBef>
              <a:spcAft>
                <a:spcPts val="0"/>
              </a:spcAft>
              <a:buSzPts val="1400"/>
              <a:buNone/>
            </a:pPr>
            <a:r>
              <a:rPr lang="en"/>
              <a:t>   &lt;/head&gt;</a:t>
            </a:r>
            <a:endParaRPr/>
          </a:p>
          <a:p>
            <a:pPr marL="0" marR="0" lvl="0" indent="0" algn="l" rtl="0">
              <a:lnSpc>
                <a:spcPct val="115000"/>
              </a:lnSpc>
              <a:spcBef>
                <a:spcPts val="0"/>
              </a:spcBef>
              <a:spcAft>
                <a:spcPts val="0"/>
              </a:spcAft>
              <a:buSzPts val="1400"/>
              <a:buNone/>
            </a:pPr>
            <a:r>
              <a:rPr lang="en"/>
              <a:t>   &lt;body&gt;</a:t>
            </a:r>
            <a:endParaRPr/>
          </a:p>
          <a:p>
            <a:pPr marL="0" marR="0" lvl="0" indent="0" algn="l" rtl="0">
              <a:lnSpc>
                <a:spcPct val="115000"/>
              </a:lnSpc>
              <a:spcBef>
                <a:spcPts val="0"/>
              </a:spcBef>
              <a:spcAft>
                <a:spcPts val="0"/>
              </a:spcAft>
              <a:buSzPts val="1400"/>
              <a:buNone/>
            </a:pPr>
            <a:r>
              <a:rPr lang="en"/>
              <a:t>  	&lt;script&gt;…&lt;/script&gt;</a:t>
            </a:r>
            <a:endParaRPr/>
          </a:p>
          <a:p>
            <a:pPr marL="0" marR="0" lvl="0" indent="0" algn="l" rtl="0">
              <a:lnSpc>
                <a:spcPct val="115000"/>
              </a:lnSpc>
              <a:spcBef>
                <a:spcPts val="0"/>
              </a:spcBef>
              <a:spcAft>
                <a:spcPts val="0"/>
              </a:spcAft>
              <a:buSzPts val="1400"/>
              <a:buNone/>
            </a:pPr>
            <a:r>
              <a:rPr lang="en"/>
              <a:t>   &lt;/body&gt;</a:t>
            </a:r>
            <a:endParaRPr/>
          </a:p>
          <a:p>
            <a:pPr marL="0" marR="0" lvl="0" indent="0" algn="l" rtl="0">
              <a:lnSpc>
                <a:spcPct val="115000"/>
              </a:lnSpc>
              <a:spcBef>
                <a:spcPts val="0"/>
              </a:spcBef>
              <a:spcAft>
                <a:spcPts val="0"/>
              </a:spcAft>
              <a:buSzPts val="1400"/>
              <a:buNone/>
            </a:pPr>
            <a:r>
              <a:rPr lang="en"/>
              <a:t>&lt;/html&gt; </a:t>
            </a:r>
            <a:r>
              <a:rPr lang="en" sz="2400">
                <a:latin typeface="Arial"/>
                <a:ea typeface="Arial"/>
                <a:cs typeface="Arial"/>
                <a:sym typeface="Arial"/>
              </a:rPr>
              <a:t>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Event Handling</a:t>
            </a:r>
            <a:endParaRPr/>
          </a:p>
        </p:txBody>
      </p:sp>
      <p:sp>
        <p:nvSpPr>
          <p:cNvPr id="93" name="Google Shape;93;p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JavaScript can be used to listen to events and react (by changing the tree nodes) based on what the user does.</a:t>
            </a:r>
            <a:endParaRPr/>
          </a:p>
          <a:p>
            <a:pPr marL="0" marR="0" lvl="0" indent="0" algn="l" rtl="0">
              <a:lnSpc>
                <a:spcPct val="115000"/>
              </a:lnSpc>
              <a:spcBef>
                <a:spcPts val="1600"/>
              </a:spcBef>
              <a:spcAft>
                <a:spcPts val="0"/>
              </a:spcAft>
              <a:buSzPts val="1400"/>
              <a:buNone/>
            </a:pPr>
            <a:r>
              <a:rPr lang="en"/>
              <a:t>Events such as</a:t>
            </a:r>
            <a:endParaRPr/>
          </a:p>
          <a:p>
            <a:pPr marL="457200" marR="0" lvl="0" indent="-317500" algn="l" rtl="0">
              <a:lnSpc>
                <a:spcPct val="115000"/>
              </a:lnSpc>
              <a:spcBef>
                <a:spcPts val="1600"/>
              </a:spcBef>
              <a:spcAft>
                <a:spcPts val="0"/>
              </a:spcAft>
              <a:buSzPts val="1400"/>
              <a:buChar char="●"/>
            </a:pPr>
            <a:r>
              <a:rPr lang="en"/>
              <a:t>Clicking a mouse</a:t>
            </a:r>
            <a:endParaRPr/>
          </a:p>
          <a:p>
            <a:pPr marL="457200" marR="0" lvl="0" indent="-317500" algn="l" rtl="0">
              <a:lnSpc>
                <a:spcPct val="115000"/>
              </a:lnSpc>
              <a:spcBef>
                <a:spcPts val="0"/>
              </a:spcBef>
              <a:spcAft>
                <a:spcPts val="0"/>
              </a:spcAft>
              <a:buSzPts val="1400"/>
              <a:buChar char="●"/>
            </a:pPr>
            <a:r>
              <a:rPr lang="en"/>
              <a:t>Hovering over an image</a:t>
            </a:r>
            <a:endParaRPr/>
          </a:p>
          <a:p>
            <a:pPr marL="457200" marR="0" lvl="0" indent="-317500" algn="l" rtl="0">
              <a:lnSpc>
                <a:spcPct val="115000"/>
              </a:lnSpc>
              <a:spcBef>
                <a:spcPts val="0"/>
              </a:spcBef>
              <a:spcAft>
                <a:spcPts val="0"/>
              </a:spcAft>
              <a:buSzPts val="1400"/>
              <a:buChar char="●"/>
            </a:pPr>
            <a:r>
              <a:rPr lang="en"/>
              <a:t>Typing something in a search bar</a:t>
            </a:r>
            <a:endParaRPr/>
          </a:p>
          <a:p>
            <a:pPr marL="0" marR="0" lvl="0" indent="0" algn="l" rtl="0">
              <a:lnSpc>
                <a:spcPct val="115000"/>
              </a:lnSpc>
              <a:spcBef>
                <a:spcPts val="1600"/>
              </a:spcBef>
              <a:spcAft>
                <a:spcPts val="1600"/>
              </a:spcAft>
              <a:buSzPts val="1400"/>
              <a:buNone/>
            </a:pPr>
            <a:endParaRPr/>
          </a:p>
        </p:txBody>
      </p:sp>
      <p:sp>
        <p:nvSpPr>
          <p:cNvPr id="94" name="Google Shape;94;p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i="1"/>
          </a:p>
          <a:p>
            <a:pPr marL="0" marR="0" lvl="0" indent="0" algn="l" rtl="0">
              <a:lnSpc>
                <a:spcPct val="115000"/>
              </a:lnSpc>
              <a:spcBef>
                <a:spcPts val="1600"/>
              </a:spcBef>
              <a:spcAft>
                <a:spcPts val="0"/>
              </a:spcAft>
              <a:buSzPts val="1400"/>
              <a:buNone/>
            </a:pPr>
            <a:r>
              <a:rPr lang="en"/>
              <a:t>&lt;p id="time"&gt;&lt;/p&gt;</a:t>
            </a:r>
            <a:endParaRPr/>
          </a:p>
          <a:p>
            <a:pPr marL="0" marR="0" lvl="0" indent="0" algn="l" rtl="0">
              <a:lnSpc>
                <a:spcPct val="115000"/>
              </a:lnSpc>
              <a:spcBef>
                <a:spcPts val="1600"/>
              </a:spcBef>
              <a:spcAft>
                <a:spcPts val="0"/>
              </a:spcAft>
              <a:buSzPts val="1400"/>
              <a:buNone/>
            </a:pPr>
            <a:r>
              <a:rPr lang="en"/>
              <a:t>&lt;button onclick=     "</a:t>
            </a:r>
            <a:r>
              <a:rPr lang="en" err="1"/>
              <a:t>document.getElementById</a:t>
            </a:r>
            <a:r>
              <a:rPr lang="en"/>
              <a:t>('time').</a:t>
            </a:r>
            <a:r>
              <a:rPr lang="en" err="1"/>
              <a:t>innerText</a:t>
            </a:r>
            <a:r>
              <a:rPr lang="en"/>
              <a:t>= Date()"&gt;What time is it? &lt;/button&gt;</a:t>
            </a:r>
            <a:endParaRPr sz="2200">
              <a:latin typeface="Arial"/>
              <a:ea typeface="Arial"/>
              <a:cs typeface="Arial"/>
              <a:sym typeface="Arial"/>
            </a:endParaRPr>
          </a:p>
          <a:p>
            <a:pPr marL="0" marR="0" lvl="0" indent="0" algn="l" rtl="0">
              <a:lnSpc>
                <a:spcPct val="115000"/>
              </a:lnSpc>
              <a:spcBef>
                <a:spcPts val="1600"/>
              </a:spcBef>
              <a:spcAft>
                <a:spcPts val="0"/>
              </a:spcAft>
              <a:buSzPts val="1400"/>
              <a:buNone/>
            </a:pPr>
            <a:endParaRPr/>
          </a:p>
        </p:txBody>
      </p:sp>
      <p:sp>
        <p:nvSpPr>
          <p:cNvPr id="3" name="Google Shape;87;p5">
            <a:extLst>
              <a:ext uri="{FF2B5EF4-FFF2-40B4-BE49-F238E27FC236}">
                <a16:creationId xmlns:a16="http://schemas.microsoft.com/office/drawing/2014/main" id="{16E8B036-B3FF-3EC6-B665-3D2509BB1A64}"/>
              </a:ext>
            </a:extLst>
          </p:cNvPr>
          <p:cNvSpPr/>
          <p:nvPr/>
        </p:nvSpPr>
        <p:spPr>
          <a:xfrm>
            <a:off x="4572000" y="3238150"/>
            <a:ext cx="3916861" cy="1480368"/>
          </a:xfrm>
          <a:prstGeom prst="wedgeRoundRectCallout">
            <a:avLst>
              <a:gd name="adj1" fmla="val 36765"/>
              <a:gd name="adj2" fmla="val 6685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err="1">
                <a:solidFill>
                  <a:srgbClr val="000000"/>
                </a:solidFill>
                <a:latin typeface="Arial"/>
                <a:ea typeface="Arial"/>
                <a:cs typeface="Arial"/>
                <a:sym typeface="Arial"/>
              </a:rPr>
              <a:t>document.getElementById</a:t>
            </a:r>
            <a:r>
              <a:rPr lang="en" sz="1400" b="0" i="0" u="none" strike="noStrike" cap="none">
                <a:solidFill>
                  <a:srgbClr val="000000"/>
                </a:solidFill>
                <a:latin typeface="Arial"/>
                <a:ea typeface="Arial"/>
                <a:cs typeface="Arial"/>
                <a:sym typeface="Arial"/>
              </a:rPr>
              <a:t> retrieves the HTML element with the given ID value.</a:t>
            </a:r>
          </a:p>
          <a:p>
            <a:pPr marL="0" marR="0" lvl="0" indent="0" algn="l" rtl="0">
              <a:lnSpc>
                <a:spcPct val="100000"/>
              </a:lnSpc>
              <a:spcBef>
                <a:spcPts val="0"/>
              </a:spcBef>
              <a:spcAft>
                <a:spcPts val="0"/>
              </a:spcAft>
              <a:buClr>
                <a:srgbClr val="000000"/>
              </a:buClr>
              <a:buSzPts val="1400"/>
              <a:buFont typeface="Arial"/>
              <a:buNone/>
            </a:pPr>
            <a:endParaRPr lang="en-US"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SG" err="1"/>
              <a:t>innerText</a:t>
            </a:r>
            <a:r>
              <a:rPr lang="en-SG"/>
              <a:t> represents the text content (attribute) of the HTML element which is over-written with a new value (current date/time) in this example.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Events</a:t>
            </a:r>
            <a:endParaRPr/>
          </a:p>
        </p:txBody>
      </p:sp>
      <p:sp>
        <p:nvSpPr>
          <p:cNvPr id="100" name="Google Shape;100;p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SzPts val="1800"/>
              <a:buNone/>
            </a:pPr>
            <a:r>
              <a:rPr lang="en"/>
              <a:t>Events reference:</a:t>
            </a:r>
            <a:r>
              <a:rPr lang="en" b="1"/>
              <a:t> </a:t>
            </a:r>
            <a:r>
              <a:rPr lang="en" u="sng">
                <a:solidFill>
                  <a:schemeClr val="hlink"/>
                </a:solidFill>
                <a:hlinkClick r:id="rId3"/>
              </a:rPr>
              <a:t>Event reference | MDN</a:t>
            </a:r>
            <a:endParaRPr/>
          </a:p>
          <a:p>
            <a:pPr marL="0" marR="0" lvl="0" indent="0" algn="l" rtl="0">
              <a:lnSpc>
                <a:spcPct val="100000"/>
              </a:lnSpc>
              <a:spcBef>
                <a:spcPts val="0"/>
              </a:spcBef>
              <a:spcAft>
                <a:spcPts val="0"/>
              </a:spcAft>
              <a:buSzPts val="1800"/>
              <a:buNone/>
            </a:pPr>
            <a:endParaRPr b="1"/>
          </a:p>
        </p:txBody>
      </p:sp>
      <p:graphicFrame>
        <p:nvGraphicFramePr>
          <p:cNvPr id="101" name="Google Shape;101;p7"/>
          <p:cNvGraphicFramePr/>
          <p:nvPr/>
        </p:nvGraphicFramePr>
        <p:xfrm>
          <a:off x="952500" y="1733550"/>
          <a:ext cx="7239000" cy="3169680"/>
        </p:xfrm>
        <a:graphic>
          <a:graphicData uri="http://schemas.openxmlformats.org/drawingml/2006/table">
            <a:tbl>
              <a:tblPr>
                <a:noFill/>
              </a:tblPr>
              <a:tblGrid>
                <a:gridCol w="1843775">
                  <a:extLst>
                    <a:ext uri="{9D8B030D-6E8A-4147-A177-3AD203B41FA5}">
                      <a16:colId xmlns:a16="http://schemas.microsoft.com/office/drawing/2014/main" val="20000"/>
                    </a:ext>
                  </a:extLst>
                </a:gridCol>
                <a:gridCol w="5395225">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Event</a:t>
                      </a:r>
                      <a:endParaRPr sz="14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Description</a:t>
                      </a:r>
                      <a:endParaRPr sz="14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onclick</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clicks an HTML element</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onchange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An HTML element has been changed</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oninput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inputs something in an HTML element</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onmouseover</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moves the mouse over an HTML element</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onmouseout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moves the mouse away from an HTML element</a:t>
                      </a:r>
                      <a:endParaRPr sz="14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onkeypress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user presses a key on the keyboard</a:t>
                      </a:r>
                      <a:endParaRPr sz="1400" u="none" strike="noStrike" cap="none"/>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onload</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browser has finished loading the page</a:t>
                      </a:r>
                      <a:endParaRPr sz="1400" u="none" strike="noStrike" cap="none"/>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4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3</a:t>
            </a:r>
            <a:endParaRPr/>
          </a:p>
        </p:txBody>
      </p:sp>
      <p:sp>
        <p:nvSpPr>
          <p:cNvPr id="413" name="Google Shape;413;p4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a:t>Open ex3.html in Chrome.</a:t>
            </a:r>
            <a:endParaRPr/>
          </a:p>
          <a:p>
            <a:pPr marL="0" lvl="0" indent="0" algn="l" rtl="0">
              <a:lnSpc>
                <a:spcPct val="115000"/>
              </a:lnSpc>
              <a:spcBef>
                <a:spcPts val="1600"/>
              </a:spcBef>
              <a:spcAft>
                <a:spcPts val="0"/>
              </a:spcAft>
              <a:buSzPts val="1800"/>
              <a:buNone/>
            </a:pPr>
            <a:r>
              <a:rPr lang="en"/>
              <a:t>Enter two numbers and check what is printed in the console.</a:t>
            </a:r>
            <a:endParaRPr/>
          </a:p>
          <a:p>
            <a:pPr marL="0" indent="0">
              <a:spcBef>
                <a:spcPts val="1600"/>
              </a:spcBef>
              <a:buNone/>
            </a:pPr>
            <a:r>
              <a:rPr lang="en"/>
              <a:t>There are two problems. (1) You are allowed to enter non-numbers; (2) The result is not exactly the sum. </a:t>
            </a:r>
            <a:endParaRPr/>
          </a:p>
          <a:p>
            <a:pPr marL="0" indent="0">
              <a:spcBef>
                <a:spcPts val="1600"/>
              </a:spcBef>
              <a:spcAft>
                <a:spcPts val="1600"/>
              </a:spcAft>
              <a:buNone/>
            </a:pPr>
            <a:r>
              <a:rPr lang="en"/>
              <a:t>Fix the first problem by changing the HTML part only; then fix the second problem with </a:t>
            </a:r>
            <a:r>
              <a:rPr lang="en" err="1"/>
              <a:t>Javascript</a:t>
            </a:r>
            <a:r>
              <a:rPr lang="en"/>
              <a:t>. </a:t>
            </a:r>
            <a:endParaRPr/>
          </a:p>
        </p:txBody>
      </p:sp>
      <p:pic>
        <p:nvPicPr>
          <p:cNvPr id="3" name="Picture 2" descr="Graphical user interface, text&#10;&#10;Description automatically generated">
            <a:extLst>
              <a:ext uri="{FF2B5EF4-FFF2-40B4-BE49-F238E27FC236}">
                <a16:creationId xmlns:a16="http://schemas.microsoft.com/office/drawing/2014/main" id="{475EC05E-C04D-9992-2530-BD2F91648A5E}"/>
              </a:ext>
            </a:extLst>
          </p:cNvPr>
          <p:cNvPicPr>
            <a:picLocks noChangeAspect="1"/>
          </p:cNvPicPr>
          <p:nvPr/>
        </p:nvPicPr>
        <p:blipFill>
          <a:blip r:embed="rId3"/>
          <a:stretch>
            <a:fillRect/>
          </a:stretch>
        </p:blipFill>
        <p:spPr>
          <a:xfrm>
            <a:off x="3257550" y="4029214"/>
            <a:ext cx="2924175" cy="628011"/>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99">
          <a:extLst>
            <a:ext uri="{FF2B5EF4-FFF2-40B4-BE49-F238E27FC236}">
              <a16:creationId xmlns:a16="http://schemas.microsoft.com/office/drawing/2014/main" id="{22795104-CDB9-362F-7CF4-C4CB4DEF357D}"/>
            </a:ext>
          </a:extLst>
        </p:cNvPr>
        <p:cNvGrpSpPr/>
        <p:nvPr/>
      </p:nvGrpSpPr>
      <p:grpSpPr>
        <a:xfrm>
          <a:off x="0" y="0"/>
          <a:ext cx="0" cy="0"/>
          <a:chOff x="0" y="0"/>
          <a:chExt cx="0" cy="0"/>
        </a:xfrm>
      </p:grpSpPr>
      <p:sp>
        <p:nvSpPr>
          <p:cNvPr id="400" name="Google Shape;400;p43">
            <a:extLst>
              <a:ext uri="{FF2B5EF4-FFF2-40B4-BE49-F238E27FC236}">
                <a16:creationId xmlns:a16="http://schemas.microsoft.com/office/drawing/2014/main" id="{5DD674F3-12DB-8A2F-C4FC-F3811C02E822}"/>
              </a:ext>
            </a:extLst>
          </p:cNvPr>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p>
            <a:r>
              <a:rPr lang="en"/>
              <a:t>Web Services</a:t>
            </a:r>
            <a:endParaRPr lang="en-US"/>
          </a:p>
        </p:txBody>
      </p:sp>
    </p:spTree>
    <p:extLst>
      <p:ext uri="{BB962C8B-B14F-4D97-AF65-F5344CB8AC3E}">
        <p14:creationId xmlns:p14="http://schemas.microsoft.com/office/powerpoint/2010/main" val="39343798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Web Services</a:t>
            </a:r>
            <a:endParaRPr/>
          </a:p>
        </p:txBody>
      </p:sp>
      <p:sp>
        <p:nvSpPr>
          <p:cNvPr id="447" name="Google Shape;447;p5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Web API</a:t>
            </a:r>
            <a:endParaRPr b="1"/>
          </a:p>
          <a:p>
            <a:pPr marL="0" lvl="0" indent="0" algn="l" rtl="0">
              <a:lnSpc>
                <a:spcPct val="115000"/>
              </a:lnSpc>
              <a:spcBef>
                <a:spcPts val="1600"/>
              </a:spcBef>
              <a:spcAft>
                <a:spcPts val="0"/>
              </a:spcAft>
              <a:buSzPts val="1400"/>
              <a:buNone/>
            </a:pPr>
            <a:r>
              <a:rPr lang="en"/>
              <a:t>API offers well-packed reusable functionalities (e.g. calendar.py is a standard Python library).</a:t>
            </a:r>
            <a:endParaRPr/>
          </a:p>
          <a:p>
            <a:pPr marL="0" lvl="0" indent="0" algn="l" rtl="0">
              <a:lnSpc>
                <a:spcPct val="115000"/>
              </a:lnSpc>
              <a:spcBef>
                <a:spcPts val="1600"/>
              </a:spcBef>
              <a:spcAft>
                <a:spcPts val="0"/>
              </a:spcAft>
              <a:buSzPts val="1400"/>
              <a:buNone/>
            </a:pPr>
            <a:r>
              <a:rPr lang="en"/>
              <a:t>Web API offers API which are on the Web (e.g. Google Maps offer an API to load maps).</a:t>
            </a:r>
            <a:endParaRPr/>
          </a:p>
          <a:p>
            <a:pPr marL="0" lvl="0" indent="0" algn="l" rtl="0">
              <a:lnSpc>
                <a:spcPct val="115000"/>
              </a:lnSpc>
              <a:spcBef>
                <a:spcPts val="1600"/>
              </a:spcBef>
              <a:spcAft>
                <a:spcPts val="0"/>
              </a:spcAft>
              <a:buSzPts val="1400"/>
              <a:buNone/>
            </a:pPr>
            <a:r>
              <a:rPr lang="en"/>
              <a:t>Web API allows us to build sophisticated Web app based on existing web services.   </a:t>
            </a:r>
            <a:endParaRPr/>
          </a:p>
          <a:p>
            <a:pPr marL="0" lvl="0" indent="0" algn="l" rtl="0">
              <a:lnSpc>
                <a:spcPct val="115000"/>
              </a:lnSpc>
              <a:spcBef>
                <a:spcPts val="1600"/>
              </a:spcBef>
              <a:spcAft>
                <a:spcPts val="0"/>
              </a:spcAft>
              <a:buSzPts val="1400"/>
              <a:buNone/>
            </a:pPr>
            <a:endParaRPr/>
          </a:p>
          <a:p>
            <a:pPr marL="0" lvl="0" indent="0" algn="l" rtl="0">
              <a:lnSpc>
                <a:spcPct val="115000"/>
              </a:lnSpc>
              <a:spcBef>
                <a:spcPts val="1600"/>
              </a:spcBef>
              <a:spcAft>
                <a:spcPts val="1600"/>
              </a:spcAft>
              <a:buSzPts val="1400"/>
              <a:buNone/>
            </a:pPr>
            <a:endParaRPr/>
          </a:p>
        </p:txBody>
      </p:sp>
      <p:pic>
        <p:nvPicPr>
          <p:cNvPr id="448" name="Google Shape;448;p50"/>
          <p:cNvPicPr preferRelativeResize="0"/>
          <p:nvPr/>
        </p:nvPicPr>
        <p:blipFill rotWithShape="1">
          <a:blip r:embed="rId3">
            <a:alphaModFix/>
          </a:blip>
          <a:srcRect/>
          <a:stretch/>
        </p:blipFill>
        <p:spPr>
          <a:xfrm>
            <a:off x="4534600" y="1672150"/>
            <a:ext cx="4119700" cy="23173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API Key</a:t>
            </a:r>
            <a:endParaRPr/>
          </a:p>
        </p:txBody>
      </p:sp>
      <p:sp>
        <p:nvSpPr>
          <p:cNvPr id="461" name="Google Shape;461;p5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Why?</a:t>
            </a:r>
            <a:endParaRPr b="1"/>
          </a:p>
          <a:p>
            <a:pPr marL="0" lvl="0" indent="0" algn="l" rtl="0">
              <a:lnSpc>
                <a:spcPct val="115000"/>
              </a:lnSpc>
              <a:spcBef>
                <a:spcPts val="1600"/>
              </a:spcBef>
              <a:spcAft>
                <a:spcPts val="0"/>
              </a:spcAft>
              <a:buSzPts val="1400"/>
              <a:buNone/>
            </a:pPr>
            <a:r>
              <a:rPr lang="en"/>
              <a:t>Without access control, Web API might be misused. </a:t>
            </a:r>
            <a:endParaRPr/>
          </a:p>
          <a:p>
            <a:pPr marL="0" lvl="0" indent="0" algn="l" rtl="0">
              <a:lnSpc>
                <a:spcPct val="115000"/>
              </a:lnSpc>
              <a:spcBef>
                <a:spcPts val="1600"/>
              </a:spcBef>
              <a:spcAft>
                <a:spcPts val="0"/>
              </a:spcAft>
              <a:buSzPts val="1400"/>
              <a:buNone/>
            </a:pPr>
            <a:r>
              <a:rPr lang="en"/>
              <a:t>API key provides identification (who is calling the Web API) and authentication (i.e., only those with the certain keys are allowed to use certain API). </a:t>
            </a:r>
            <a:endParaRPr/>
          </a:p>
          <a:p>
            <a:pPr marL="0" lvl="0" indent="0" algn="l" rtl="0">
              <a:lnSpc>
                <a:spcPct val="115000"/>
              </a:lnSpc>
              <a:spcBef>
                <a:spcPts val="1600"/>
              </a:spcBef>
              <a:spcAft>
                <a:spcPts val="0"/>
              </a:spcAft>
              <a:buSzPts val="1400"/>
              <a:buNone/>
            </a:pPr>
            <a:r>
              <a:rPr lang="en"/>
              <a:t>API key should be kept secret. </a:t>
            </a:r>
            <a:endParaRPr/>
          </a:p>
          <a:p>
            <a:pPr marL="0" lvl="0" indent="0" algn="l" rtl="0">
              <a:lnSpc>
                <a:spcPct val="115000"/>
              </a:lnSpc>
              <a:spcBef>
                <a:spcPts val="1600"/>
              </a:spcBef>
              <a:spcAft>
                <a:spcPts val="0"/>
              </a:spcAft>
              <a:buSzPts val="1400"/>
              <a:buNone/>
            </a:pPr>
            <a:endParaRPr/>
          </a:p>
          <a:p>
            <a:pPr marL="0" lvl="0" indent="0" algn="l" rtl="0">
              <a:lnSpc>
                <a:spcPct val="115000"/>
              </a:lnSpc>
              <a:spcBef>
                <a:spcPts val="1600"/>
              </a:spcBef>
              <a:spcAft>
                <a:spcPts val="1600"/>
              </a:spcAft>
              <a:buSzPts val="1400"/>
              <a:buNone/>
            </a:pPr>
            <a:endParaRPr/>
          </a:p>
        </p:txBody>
      </p:sp>
      <p:pic>
        <p:nvPicPr>
          <p:cNvPr id="462" name="Google Shape;462;p52"/>
          <p:cNvPicPr preferRelativeResize="0"/>
          <p:nvPr/>
        </p:nvPicPr>
        <p:blipFill rotWithShape="1">
          <a:blip r:embed="rId3">
            <a:alphaModFix/>
          </a:blip>
          <a:srcRect/>
          <a:stretch/>
        </p:blipFill>
        <p:spPr>
          <a:xfrm>
            <a:off x="4564225" y="1878012"/>
            <a:ext cx="4048776" cy="1904425"/>
          </a:xfrm>
          <a:prstGeom prst="rect">
            <a:avLst/>
          </a:prstGeom>
          <a:noFill/>
          <a:ln>
            <a:noFill/>
          </a:ln>
        </p:spPr>
      </p:pic>
      <p:sp>
        <p:nvSpPr>
          <p:cNvPr id="463" name="Google Shape;463;p5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400"/>
              <a:buNone/>
            </a:pPr>
            <a:r>
              <a:rPr lang="en" b="1"/>
              <a:t>How?</a:t>
            </a:r>
            <a:endParaRPr b="1"/>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5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Example </a:t>
            </a:r>
            <a:endParaRPr/>
          </a:p>
        </p:txBody>
      </p:sp>
      <p:sp>
        <p:nvSpPr>
          <p:cNvPr id="454" name="Google Shape;454;p5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latin typeface="+mn-lt"/>
              </a:rPr>
              <a:t>Weather API</a:t>
            </a:r>
            <a:endParaRPr b="1">
              <a:latin typeface="+mn-lt"/>
            </a:endParaRPr>
          </a:p>
          <a:p>
            <a:pPr marL="0" lvl="0" indent="0" algn="l" rtl="0">
              <a:lnSpc>
                <a:spcPct val="115000"/>
              </a:lnSpc>
              <a:spcBef>
                <a:spcPts val="1600"/>
              </a:spcBef>
              <a:spcAft>
                <a:spcPts val="0"/>
              </a:spcAft>
              <a:buSzPts val="1400"/>
              <a:buNone/>
            </a:pPr>
            <a:r>
              <a:rPr lang="en" u="sng">
                <a:solidFill>
                  <a:schemeClr val="hlink"/>
                </a:solidFill>
                <a:latin typeface="+mn-lt"/>
                <a:hlinkClick r:id="rId3"/>
              </a:rPr>
              <a:t>https://openweathermap.org/api</a:t>
            </a:r>
            <a:endParaRPr>
              <a:latin typeface="+mn-lt"/>
            </a:endParaRPr>
          </a:p>
          <a:p>
            <a:pPr marL="0" lvl="0" indent="0" algn="l" rtl="0">
              <a:lnSpc>
                <a:spcPct val="115000"/>
              </a:lnSpc>
              <a:spcBef>
                <a:spcPts val="1600"/>
              </a:spcBef>
              <a:spcAft>
                <a:spcPts val="0"/>
              </a:spcAft>
              <a:buSzPts val="1400"/>
              <a:buNone/>
            </a:pPr>
            <a:r>
              <a:rPr lang="en">
                <a:latin typeface="+mn-lt"/>
              </a:rPr>
              <a:t>Current weather data</a:t>
            </a:r>
            <a:endParaRPr>
              <a:latin typeface="+mn-lt"/>
            </a:endParaRPr>
          </a:p>
          <a:p>
            <a:pPr marL="0" lvl="0" indent="0" algn="l" rtl="0">
              <a:lnSpc>
                <a:spcPct val="115000"/>
              </a:lnSpc>
              <a:spcBef>
                <a:spcPts val="1600"/>
              </a:spcBef>
              <a:spcAft>
                <a:spcPts val="0"/>
              </a:spcAft>
              <a:buSzPts val="1400"/>
              <a:buNone/>
            </a:pPr>
            <a:r>
              <a:rPr lang="en">
                <a:latin typeface="+mn-lt"/>
              </a:rPr>
              <a:t>Hourly forecast 4 days </a:t>
            </a:r>
            <a:endParaRPr>
              <a:latin typeface="+mn-lt"/>
            </a:endParaRPr>
          </a:p>
          <a:p>
            <a:pPr marL="0" lvl="0" indent="0" algn="l" rtl="0">
              <a:lnSpc>
                <a:spcPct val="115000"/>
              </a:lnSpc>
              <a:spcBef>
                <a:spcPts val="1600"/>
              </a:spcBef>
              <a:spcAft>
                <a:spcPts val="0"/>
              </a:spcAft>
              <a:buSzPts val="1400"/>
              <a:buNone/>
            </a:pPr>
            <a:r>
              <a:rPr lang="en">
                <a:latin typeface="+mn-lt"/>
              </a:rPr>
              <a:t>Historical weather data</a:t>
            </a:r>
            <a:endParaRPr>
              <a:latin typeface="+mn-lt"/>
            </a:endParaRPr>
          </a:p>
          <a:p>
            <a:pPr marL="0" lvl="0" indent="0" algn="l" rtl="0">
              <a:lnSpc>
                <a:spcPct val="115000"/>
              </a:lnSpc>
              <a:spcBef>
                <a:spcPts val="1600"/>
              </a:spcBef>
              <a:spcAft>
                <a:spcPts val="1600"/>
              </a:spcAft>
              <a:buSzPts val="1400"/>
              <a:buNone/>
            </a:pPr>
            <a:r>
              <a:rPr lang="en">
                <a:latin typeface="+mn-lt"/>
              </a:rPr>
              <a:t>... 	</a:t>
            </a:r>
            <a:endParaRPr>
              <a:latin typeface="+mn-lt"/>
            </a:endParaRPr>
          </a:p>
        </p:txBody>
      </p:sp>
      <p:sp>
        <p:nvSpPr>
          <p:cNvPr id="455" name="Google Shape;455;p5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latin typeface="+mn-lt"/>
              </a:rPr>
              <a:t>Example API Call</a:t>
            </a:r>
            <a:endParaRPr b="1">
              <a:latin typeface="+mn-lt"/>
            </a:endParaRPr>
          </a:p>
          <a:p>
            <a:pPr marL="0" lvl="0" indent="0">
              <a:spcBef>
                <a:spcPts val="1600"/>
              </a:spcBef>
              <a:buNone/>
            </a:pPr>
            <a:r>
              <a:rPr lang="en-SG">
                <a:latin typeface="+mn-lt"/>
                <a:cs typeface="Arial" panose="020B0604020202020204" pitchFamily="34" charset="0"/>
              </a:rPr>
              <a:t>https://</a:t>
            </a:r>
            <a:r>
              <a:rPr lang="en-SG" err="1">
                <a:latin typeface="+mn-lt"/>
                <a:cs typeface="Arial" panose="020B0604020202020204" pitchFamily="34" charset="0"/>
              </a:rPr>
              <a:t>api.openweathermap.org</a:t>
            </a:r>
            <a:r>
              <a:rPr lang="en-SG">
                <a:latin typeface="+mn-lt"/>
                <a:cs typeface="Arial" panose="020B0604020202020204" pitchFamily="34" charset="0"/>
              </a:rPr>
              <a:t>/data/2.5/</a:t>
            </a:r>
            <a:r>
              <a:rPr lang="en-SG" err="1">
                <a:latin typeface="+mn-lt"/>
                <a:cs typeface="Arial" panose="020B0604020202020204" pitchFamily="34" charset="0"/>
              </a:rPr>
              <a:t>weather?q</a:t>
            </a:r>
            <a:r>
              <a:rPr lang="en-SG">
                <a:latin typeface="+mn-lt"/>
                <a:cs typeface="Arial" panose="020B0604020202020204" pitchFamily="34" charset="0"/>
              </a:rPr>
              <a:t>={city name}&amp;</a:t>
            </a:r>
            <a:r>
              <a:rPr lang="en-SG" err="1">
                <a:latin typeface="+mn-lt"/>
                <a:cs typeface="Arial" panose="020B0604020202020204" pitchFamily="34" charset="0"/>
              </a:rPr>
              <a:t>appid</a:t>
            </a:r>
            <a:r>
              <a:rPr lang="en-SG">
                <a:latin typeface="+mn-lt"/>
                <a:cs typeface="Arial" panose="020B0604020202020204" pitchFamily="34" charset="0"/>
              </a:rPr>
              <a:t>={API key}</a:t>
            </a:r>
          </a:p>
          <a:p>
            <a:pPr marL="0" lvl="0" indent="0">
              <a:spcBef>
                <a:spcPts val="1600"/>
              </a:spcBef>
              <a:buNone/>
            </a:pPr>
            <a:r>
              <a:rPr lang="en-SG">
                <a:latin typeface="+mn-lt"/>
                <a:cs typeface="Arial" panose="020B0604020202020204" pitchFamily="34" charset="0"/>
              </a:rPr>
              <a:t>Documentation: </a:t>
            </a:r>
            <a:r>
              <a:rPr lang="en-SG">
                <a:latin typeface="+mn-lt"/>
                <a:cs typeface="Arial" panose="020B0604020202020204" pitchFamily="34" charset="0"/>
                <a:hlinkClick r:id="rId4"/>
              </a:rPr>
              <a:t>https://openweathermap.org/api/current?collection=current_forecast</a:t>
            </a:r>
            <a:endParaRPr lang="en-SG">
              <a:latin typeface="+mn-lt"/>
              <a:cs typeface="Arial" panose="020B0604020202020204" pitchFamily="34" charset="0"/>
            </a:endParaRPr>
          </a:p>
          <a:p>
            <a:pPr marL="0" lvl="0" indent="0">
              <a:spcBef>
                <a:spcPts val="1600"/>
              </a:spcBef>
              <a:buNone/>
            </a:pPr>
            <a:endParaRPr>
              <a:latin typeface="+mn-lt"/>
              <a:ea typeface="Arial"/>
              <a:cs typeface="Arial"/>
              <a:sym typeface="Arial"/>
            </a:endParaRPr>
          </a:p>
          <a:p>
            <a:pPr marL="0" lvl="0" indent="0" algn="l" rtl="0">
              <a:lnSpc>
                <a:spcPct val="115000"/>
              </a:lnSpc>
              <a:spcBef>
                <a:spcPts val="1600"/>
              </a:spcBef>
              <a:spcAft>
                <a:spcPts val="0"/>
              </a:spcAft>
              <a:buSzPts val="1400"/>
              <a:buNone/>
            </a:pPr>
            <a:endParaRPr>
              <a:latin typeface="+mn-lt"/>
              <a:ea typeface="Arial"/>
              <a:cs typeface="Arial"/>
              <a:sym typeface="Arial"/>
            </a:endParaRPr>
          </a:p>
          <a:p>
            <a:pPr marL="0" lvl="0" indent="0" algn="l" rtl="0">
              <a:lnSpc>
                <a:spcPct val="115000"/>
              </a:lnSpc>
              <a:spcBef>
                <a:spcPts val="1600"/>
              </a:spcBef>
              <a:spcAft>
                <a:spcPts val="1600"/>
              </a:spcAft>
              <a:buSzPts val="1400"/>
              <a:buNone/>
            </a:pPr>
            <a:endParaRPr>
              <a:latin typeface="+mn-lt"/>
            </a:endParaRPr>
          </a:p>
        </p:txBody>
      </p:sp>
    </p:spTree>
    <p:extLst>
      <p:ext uri="{BB962C8B-B14F-4D97-AF65-F5344CB8AC3E}">
        <p14:creationId xmlns:p14="http://schemas.microsoft.com/office/powerpoint/2010/main" val="31007257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Example</a:t>
            </a:r>
            <a:endParaRPr/>
          </a:p>
        </p:txBody>
      </p:sp>
      <p:sp>
        <p:nvSpPr>
          <p:cNvPr id="469" name="Google Shape;469;p5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Weather API</a:t>
            </a:r>
            <a:endParaRPr b="1"/>
          </a:p>
          <a:p>
            <a:pPr marL="0" lvl="0" indent="0" algn="l" rtl="0">
              <a:lnSpc>
                <a:spcPct val="115000"/>
              </a:lnSpc>
              <a:spcBef>
                <a:spcPts val="1600"/>
              </a:spcBef>
              <a:spcAft>
                <a:spcPts val="1600"/>
              </a:spcAft>
              <a:buSzPts val="1400"/>
              <a:buNone/>
            </a:pPr>
            <a:r>
              <a:rPr lang="en" u="sng">
                <a:solidFill>
                  <a:schemeClr val="hlink"/>
                </a:solidFill>
                <a:hlinkClick r:id="rId3"/>
              </a:rPr>
              <a:t>api.openweathermap.org/data/2.5/weather?q=London,uk&amp;APPID=</a:t>
            </a:r>
            <a:r>
              <a:rPr lang="en" b="1" u="sng" err="1">
                <a:solidFill>
                  <a:schemeClr val="hlink"/>
                </a:solidFill>
              </a:rPr>
              <a:t>yourapikey</a:t>
            </a:r>
            <a:endParaRPr b="1"/>
          </a:p>
        </p:txBody>
      </p:sp>
      <p:sp>
        <p:nvSpPr>
          <p:cNvPr id="470" name="Google Shape;470;p53"/>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Try yourself</a:t>
            </a:r>
            <a:endParaRPr b="1"/>
          </a:p>
          <a:p>
            <a:pPr marL="0" lvl="0" indent="0" algn="l" rtl="0">
              <a:lnSpc>
                <a:spcPct val="115000"/>
              </a:lnSpc>
              <a:spcBef>
                <a:spcPts val="1600"/>
              </a:spcBef>
              <a:spcAft>
                <a:spcPts val="0"/>
              </a:spcAft>
              <a:buSzPts val="1400"/>
              <a:buNone/>
            </a:pPr>
            <a:r>
              <a:rPr lang="en"/>
              <a:t>Sign up (for a free account) at </a:t>
            </a:r>
            <a:r>
              <a:rPr lang="en" u="sng">
                <a:solidFill>
                  <a:schemeClr val="hlink"/>
                </a:solidFill>
                <a:hlinkClick r:id="rId4"/>
              </a:rPr>
              <a:t>https://openweathermap.org/price</a:t>
            </a:r>
            <a:endParaRPr/>
          </a:p>
          <a:p>
            <a:pPr marL="0" lvl="0" indent="0" algn="l" rtl="0">
              <a:lnSpc>
                <a:spcPct val="115000"/>
              </a:lnSpc>
              <a:spcBef>
                <a:spcPts val="1600"/>
              </a:spcBef>
              <a:spcAft>
                <a:spcPts val="0"/>
              </a:spcAft>
              <a:buSzPts val="1400"/>
              <a:buNone/>
            </a:pPr>
            <a:endParaRPr/>
          </a:p>
          <a:p>
            <a:pPr marL="0" lvl="0" indent="0" algn="l" rtl="0">
              <a:lnSpc>
                <a:spcPct val="115000"/>
              </a:lnSpc>
              <a:spcBef>
                <a:spcPts val="1600"/>
              </a:spcBef>
              <a:spcAft>
                <a:spcPts val="1600"/>
              </a:spcAft>
              <a:buSzPts val="1400"/>
              <a:buNone/>
            </a:pPr>
            <a:endParaRPr/>
          </a:p>
        </p:txBody>
      </p:sp>
      <p:sp>
        <p:nvSpPr>
          <p:cNvPr id="471" name="Google Shape;471;p53"/>
          <p:cNvSpPr/>
          <p:nvPr/>
        </p:nvSpPr>
        <p:spPr>
          <a:xfrm>
            <a:off x="5174200" y="3452400"/>
            <a:ext cx="2610000" cy="831300"/>
          </a:xfrm>
          <a:prstGeom prst="wedgeRoundRectCallout">
            <a:avLst>
              <a:gd name="adj1" fmla="val 44123"/>
              <a:gd name="adj2" fmla="val 6477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 demo here without leaking my API key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Example</a:t>
            </a:r>
            <a:endParaRPr/>
          </a:p>
        </p:txBody>
      </p:sp>
      <p:sp>
        <p:nvSpPr>
          <p:cNvPr id="477" name="Google Shape;477;p5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Google Map API</a:t>
            </a:r>
            <a:endParaRPr b="1"/>
          </a:p>
          <a:p>
            <a:pPr marL="0" lvl="0" indent="0" algn="l" rtl="0">
              <a:lnSpc>
                <a:spcPct val="115000"/>
              </a:lnSpc>
              <a:spcBef>
                <a:spcPts val="1600"/>
              </a:spcBef>
              <a:spcAft>
                <a:spcPts val="0"/>
              </a:spcAft>
              <a:buSzPts val="1400"/>
              <a:buNone/>
            </a:pPr>
            <a:r>
              <a:rPr lang="en" u="sng">
                <a:solidFill>
                  <a:schemeClr val="hlink"/>
                </a:solidFill>
                <a:hlinkClick r:id="rId3">
                  <a:extLst>
                    <a:ext uri="{A12FA001-AC4F-418D-AE19-62706E023703}">
                      <ahyp:hlinkClr xmlns:ahyp="http://schemas.microsoft.com/office/drawing/2018/hyperlinkcolor" val="tx"/>
                    </a:ext>
                  </a:extLst>
                </a:hlinkClick>
              </a:rPr>
              <a:t>https://cloud.google.com/maps-platform/</a:t>
            </a:r>
            <a:endParaRPr b="1">
              <a:solidFill>
                <a:schemeClr val="hlink"/>
              </a:solidFill>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0"/>
              </a:spcBef>
              <a:spcAft>
                <a:spcPts val="0"/>
              </a:spcAft>
              <a:buSzPts val="1400"/>
              <a:buNone/>
            </a:pPr>
            <a:r>
              <a:rPr lang="en"/>
              <a:t>API: Maps, Routes, Places, Gaming Solution and more:</a:t>
            </a:r>
            <a:endParaRPr/>
          </a:p>
          <a:p>
            <a:pPr marL="0" lvl="0" indent="0" algn="l">
              <a:lnSpc>
                <a:spcPct val="114999"/>
              </a:lnSpc>
              <a:spcBef>
                <a:spcPts val="600"/>
              </a:spcBef>
              <a:buNone/>
            </a:pPr>
            <a:r>
              <a:rPr lang="en">
                <a:solidFill>
                  <a:schemeClr val="accent5"/>
                </a:solidFill>
                <a:hlinkClick r:id="rId4">
                  <a:extLst>
                    <a:ext uri="{A12FA001-AC4F-418D-AE19-62706E023703}">
                      <ahyp:hlinkClr xmlns:ahyp="http://schemas.microsoft.com/office/drawing/2018/hyperlinkcolor" val="tx"/>
                    </a:ext>
                  </a:extLst>
                </a:hlinkClick>
              </a:rPr>
              <a:t>https://developers.google.com/maps/documentation/javascript</a:t>
            </a:r>
            <a:endParaRPr lang="en">
              <a:solidFill>
                <a:schemeClr val="accent5"/>
              </a:solidFill>
              <a:hlinkClick r:id="rId4"/>
            </a:endParaRPr>
          </a:p>
          <a:p>
            <a:pPr marL="0" indent="0">
              <a:lnSpc>
                <a:spcPct val="114999"/>
              </a:lnSpc>
              <a:spcBef>
                <a:spcPts val="600"/>
              </a:spcBef>
              <a:buNone/>
            </a:pPr>
            <a:r>
              <a:rPr lang="en">
                <a:solidFill>
                  <a:srgbClr val="FF0000"/>
                </a:solidFill>
              </a:rPr>
              <a:t>[Follow the guide given in the above documentation to get the API key and get started]</a:t>
            </a:r>
          </a:p>
          <a:p>
            <a:pPr marL="0" indent="0">
              <a:spcBef>
                <a:spcPts val="600"/>
              </a:spcBef>
              <a:buSzPts val="1100"/>
              <a:buNone/>
            </a:pPr>
            <a:endParaRPr lang="en-US" sz="2400" u="sng">
              <a:solidFill>
                <a:srgbClr val="57BB8A"/>
              </a:solidFill>
            </a:endParaRPr>
          </a:p>
          <a:p>
            <a:pPr marL="0" indent="0">
              <a:spcBef>
                <a:spcPts val="600"/>
              </a:spcBef>
              <a:spcAft>
                <a:spcPts val="1600"/>
              </a:spcAft>
              <a:buNone/>
            </a:pPr>
            <a:endParaRPr lang="en-US"/>
          </a:p>
        </p:txBody>
      </p:sp>
      <p:sp>
        <p:nvSpPr>
          <p:cNvPr id="478" name="Google Shape;478;p5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endParaRPr b="1"/>
          </a:p>
          <a:p>
            <a:pPr marL="0" indent="0">
              <a:spcBef>
                <a:spcPts val="1600"/>
              </a:spcBef>
              <a:buNone/>
            </a:pPr>
            <a:r>
              <a:rPr lang="en"/>
              <a:t>ex4.html</a:t>
            </a:r>
          </a:p>
          <a:p>
            <a:pPr marL="0" indent="0">
              <a:lnSpc>
                <a:spcPct val="114999"/>
              </a:lnSpc>
              <a:spcBef>
                <a:spcPts val="1600"/>
              </a:spcBef>
              <a:buNone/>
            </a:pPr>
            <a:endParaRPr lang="en"/>
          </a:p>
          <a:p>
            <a:pPr marL="0" lvl="0" indent="0" algn="l" rtl="0">
              <a:spcBef>
                <a:spcPts val="600"/>
              </a:spcBef>
              <a:spcAft>
                <a:spcPts val="600"/>
              </a:spcAft>
              <a:buSzPts val="1100"/>
              <a:buNone/>
            </a:pPr>
            <a:endParaRPr sz="1050">
              <a:solidFill>
                <a:srgbClr val="CE9178"/>
              </a:solidFill>
              <a:highlight>
                <a:srgbClr val="1E1E1E"/>
              </a:highlight>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55"/>
          <p:cNvSpPr txBox="1">
            <a:spLocks noGrp="1"/>
          </p:cNvSpPr>
          <p:nvPr>
            <p:ph type="title"/>
          </p:nvPr>
        </p:nvSpPr>
        <p:spPr>
          <a:xfrm>
            <a:off x="311700" y="315925"/>
            <a:ext cx="8520600" cy="831300"/>
          </a:xfrm>
        </p:spPr>
        <p:txBody>
          <a:bodyPr spcFirstLastPara="1" wrap="square" lIns="91425" tIns="91425" rIns="91425" bIns="91425" anchor="ctr" anchorCtr="0">
            <a:normAutofit/>
          </a:bodyPr>
          <a:lstStyle/>
          <a:p>
            <a:pPr marL="0" lvl="0" indent="0" rtl="0">
              <a:lnSpc>
                <a:spcPct val="90000"/>
              </a:lnSpc>
              <a:spcBef>
                <a:spcPts val="0"/>
              </a:spcBef>
              <a:spcAft>
                <a:spcPts val="0"/>
              </a:spcAft>
              <a:buSzPts val="4200"/>
              <a:buNone/>
            </a:pPr>
            <a:r>
              <a:rPr lang="en-SG" sz="2800"/>
              <a:t>(optional) Set Up Google Maps Platform Account</a:t>
            </a:r>
          </a:p>
        </p:txBody>
      </p:sp>
      <p:sp>
        <p:nvSpPr>
          <p:cNvPr id="484" name="Google Shape;484;p55"/>
          <p:cNvSpPr txBox="1">
            <a:spLocks noGrp="1"/>
          </p:cNvSpPr>
          <p:nvPr>
            <p:ph type="body" idx="4294967295"/>
          </p:nvPr>
        </p:nvSpPr>
        <p:spPr>
          <a:xfrm>
            <a:off x="311700" y="1337725"/>
            <a:ext cx="4069800" cy="3264408"/>
          </a:xfrm>
        </p:spPr>
        <p:txBody>
          <a:bodyPr spcFirstLastPara="1" lIns="91425" tIns="91425" rIns="91425" bIns="91425" anchor="t" anchorCtr="0">
            <a:normAutofit/>
          </a:bodyPr>
          <a:lstStyle/>
          <a:p>
            <a:pPr marL="457200" lvl="0" indent="-317500">
              <a:spcAft>
                <a:spcPts val="600"/>
              </a:spcAft>
              <a:buClr>
                <a:srgbClr val="000000"/>
              </a:buClr>
              <a:buSzPts val="1400"/>
              <a:buFont typeface="Arial"/>
              <a:buChar char="●"/>
            </a:pPr>
            <a:r>
              <a:rPr lang="en-US" b="0" i="0" u="none" strike="noStrike" cap="none">
                <a:hlinkClick r:id="rId3"/>
              </a:rPr>
              <a:t>Create an account</a:t>
            </a:r>
            <a:endParaRPr lang="en-US" b="0" i="0" u="none" strike="noStrike" cap="none"/>
          </a:p>
          <a:p>
            <a:pPr marL="457200" lvl="0" indent="-317500">
              <a:spcAft>
                <a:spcPts val="600"/>
              </a:spcAft>
              <a:buClr>
                <a:srgbClr val="000000"/>
              </a:buClr>
              <a:buSzPts val="1400"/>
              <a:buFont typeface="Arial"/>
              <a:buChar char="●"/>
            </a:pPr>
            <a:r>
              <a:rPr lang="en-US" b="0" i="0" u="none" strike="noStrike" cap="none"/>
              <a:t>Setup Billing (unfortunately this requires a credit card)</a:t>
            </a:r>
          </a:p>
          <a:p>
            <a:pPr marL="457200" lvl="0" indent="0">
              <a:spcAft>
                <a:spcPts val="600"/>
              </a:spcAft>
              <a:buClr>
                <a:srgbClr val="000000"/>
              </a:buClr>
              <a:buSzPts val="1400"/>
              <a:buFont typeface="Arial"/>
              <a:buNone/>
            </a:pPr>
            <a:r>
              <a:rPr lang="en-US" b="0" i="0" u="none" strike="noStrike" cap="none"/>
              <a:t>To be continued...</a:t>
            </a:r>
          </a:p>
          <a:p>
            <a:pPr marL="457200" lvl="0" indent="0">
              <a:spcAft>
                <a:spcPts val="600"/>
              </a:spcAft>
              <a:buClr>
                <a:srgbClr val="000000"/>
              </a:buClr>
              <a:buSzPts val="1400"/>
              <a:buFont typeface="Arial"/>
              <a:buNone/>
            </a:pPr>
            <a:endParaRPr lang="en-US" b="0" i="0" u="none" strike="noStrike" cap="none"/>
          </a:p>
        </p:txBody>
      </p:sp>
      <p:pic>
        <p:nvPicPr>
          <p:cNvPr id="5" name="Picture 4" descr="A screenshot of a phone&#10;&#10;AI-generated content may be incorrect.">
            <a:extLst>
              <a:ext uri="{FF2B5EF4-FFF2-40B4-BE49-F238E27FC236}">
                <a16:creationId xmlns:a16="http://schemas.microsoft.com/office/drawing/2014/main" id="{A9111DDB-5030-B8C6-662C-B80CD38D7A77}"/>
              </a:ext>
            </a:extLst>
          </p:cNvPr>
          <p:cNvPicPr>
            <a:picLocks noChangeAspect="1"/>
          </p:cNvPicPr>
          <p:nvPr/>
        </p:nvPicPr>
        <p:blipFill>
          <a:blip r:embed="rId4"/>
          <a:stretch>
            <a:fillRect/>
          </a:stretch>
        </p:blipFill>
        <p:spPr>
          <a:xfrm>
            <a:off x="4835351" y="1404879"/>
            <a:ext cx="2634537" cy="3197254"/>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lvl="0">
              <a:buSzPts val="1100"/>
            </a:pPr>
            <a:r>
              <a:rPr lang="en-SG" sz="2800"/>
              <a:t>(optional) </a:t>
            </a:r>
            <a:r>
              <a:rPr lang="en" sz="2800"/>
              <a:t>Get Google Maps API Key</a:t>
            </a:r>
            <a:endParaRPr sz="2800"/>
          </a:p>
        </p:txBody>
      </p:sp>
      <p:sp>
        <p:nvSpPr>
          <p:cNvPr id="492" name="Google Shape;492;p5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Get a Google Maps API Key</a:t>
            </a:r>
            <a:endParaRPr b="1"/>
          </a:p>
          <a:p>
            <a:pPr marL="457200" lvl="0" indent="-317500" algn="l" rtl="0">
              <a:lnSpc>
                <a:spcPct val="115000"/>
              </a:lnSpc>
              <a:spcAft>
                <a:spcPts val="0"/>
              </a:spcAft>
              <a:buSzPts val="1400"/>
              <a:buChar char="●"/>
            </a:pPr>
            <a:r>
              <a:rPr lang="en"/>
              <a:t>Once setup, you will be in Google Cloud Console. </a:t>
            </a:r>
          </a:p>
          <a:p>
            <a:pPr marL="457200" lvl="0" indent="-317500" algn="l" rtl="0">
              <a:lnSpc>
                <a:spcPct val="115000"/>
              </a:lnSpc>
              <a:spcAft>
                <a:spcPts val="0"/>
              </a:spcAft>
              <a:buSzPts val="1400"/>
              <a:buChar char="●"/>
            </a:pPr>
            <a:r>
              <a:rPr lang="en"/>
              <a:t>Find “APIs &amp; Services” in the left panel and search for “Maps JavaScript API” </a:t>
            </a:r>
          </a:p>
          <a:p>
            <a:pPr marL="457200" lvl="0" indent="-317500" algn="l" rtl="0">
              <a:lnSpc>
                <a:spcPct val="115000"/>
              </a:lnSpc>
              <a:spcAft>
                <a:spcPts val="0"/>
              </a:spcAft>
              <a:buSzPts val="1400"/>
              <a:buChar char="●"/>
            </a:pPr>
            <a:r>
              <a:rPr lang="en"/>
              <a:t>“Enable” it </a:t>
            </a:r>
          </a:p>
          <a:p>
            <a:pPr marL="457200" lvl="0" indent="-317500" algn="l" rtl="0">
              <a:lnSpc>
                <a:spcPct val="115000"/>
              </a:lnSpc>
              <a:spcAft>
                <a:spcPts val="0"/>
              </a:spcAft>
              <a:buSzPts val="1400"/>
              <a:buChar char="●"/>
            </a:pPr>
            <a:r>
              <a:rPr lang="en"/>
              <a:t>Then click on “Keys”</a:t>
            </a:r>
          </a:p>
          <a:p>
            <a:pPr marL="457200" lvl="0" indent="-317500" algn="l" rtl="0">
              <a:lnSpc>
                <a:spcPct val="115000"/>
              </a:lnSpc>
              <a:spcAft>
                <a:spcPts val="0"/>
              </a:spcAft>
              <a:buSzPts val="1400"/>
              <a:buChar char="●"/>
            </a:pPr>
            <a:r>
              <a:rPr lang="en"/>
              <a:t>You will get an API key</a:t>
            </a:r>
            <a:endParaRPr/>
          </a:p>
          <a:p>
            <a:pPr marL="0" lvl="0" indent="0" algn="l" rtl="0">
              <a:lnSpc>
                <a:spcPct val="115000"/>
              </a:lnSpc>
              <a:spcBef>
                <a:spcPts val="1600"/>
              </a:spcBef>
              <a:spcAft>
                <a:spcPts val="1600"/>
              </a:spcAft>
              <a:buSzPts val="1400"/>
              <a:buNone/>
            </a:pPr>
            <a:endParaRPr/>
          </a:p>
        </p:txBody>
      </p:sp>
      <p:pic>
        <p:nvPicPr>
          <p:cNvPr id="5" name="Picture 4" descr="A screenshot of a search engine&#10;&#10;AI-generated content may be incorrect.">
            <a:extLst>
              <a:ext uri="{FF2B5EF4-FFF2-40B4-BE49-F238E27FC236}">
                <a16:creationId xmlns:a16="http://schemas.microsoft.com/office/drawing/2014/main" id="{08C2E23F-3342-BBE0-AA5B-EFBD55A69536}"/>
              </a:ext>
            </a:extLst>
          </p:cNvPr>
          <p:cNvPicPr>
            <a:picLocks noChangeAspect="1"/>
          </p:cNvPicPr>
          <p:nvPr/>
        </p:nvPicPr>
        <p:blipFill>
          <a:blip r:embed="rId3"/>
          <a:stretch>
            <a:fillRect/>
          </a:stretch>
        </p:blipFill>
        <p:spPr>
          <a:xfrm>
            <a:off x="4572000" y="1343647"/>
            <a:ext cx="4014525" cy="1580219"/>
          </a:xfrm>
          <a:prstGeom prst="rect">
            <a:avLst/>
          </a:prstGeom>
        </p:spPr>
      </p:pic>
      <p:cxnSp>
        <p:nvCxnSpPr>
          <p:cNvPr id="3" name="Straight Arrow Connector 2">
            <a:extLst>
              <a:ext uri="{FF2B5EF4-FFF2-40B4-BE49-F238E27FC236}">
                <a16:creationId xmlns:a16="http://schemas.microsoft.com/office/drawing/2014/main" id="{E7AA2012-226C-9232-62C0-CBAEF8CE399D}"/>
              </a:ext>
            </a:extLst>
          </p:cNvPr>
          <p:cNvCxnSpPr>
            <a:cxnSpLocks/>
          </p:cNvCxnSpPr>
          <p:nvPr/>
        </p:nvCxnSpPr>
        <p:spPr>
          <a:xfrm flipV="1">
            <a:off x="1753299" y="1905185"/>
            <a:ext cx="4983231" cy="7709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screenshot of a computer&#10;&#10;AI-generated content may be incorrect.">
            <a:extLst>
              <a:ext uri="{FF2B5EF4-FFF2-40B4-BE49-F238E27FC236}">
                <a16:creationId xmlns:a16="http://schemas.microsoft.com/office/drawing/2014/main" id="{4C144C7C-6B75-0F61-0F64-DF038C0561BF}"/>
              </a:ext>
            </a:extLst>
          </p:cNvPr>
          <p:cNvPicPr>
            <a:picLocks noChangeAspect="1"/>
          </p:cNvPicPr>
          <p:nvPr/>
        </p:nvPicPr>
        <p:blipFill>
          <a:blip r:embed="rId4"/>
          <a:stretch>
            <a:fillRect/>
          </a:stretch>
        </p:blipFill>
        <p:spPr>
          <a:xfrm>
            <a:off x="4572000" y="3160956"/>
            <a:ext cx="3338818" cy="1835855"/>
          </a:xfrm>
          <a:prstGeom prst="rect">
            <a:avLst/>
          </a:prstGeom>
        </p:spPr>
      </p:pic>
      <p:sp>
        <p:nvSpPr>
          <p:cNvPr id="9" name="Rectangle 8">
            <a:extLst>
              <a:ext uri="{FF2B5EF4-FFF2-40B4-BE49-F238E27FC236}">
                <a16:creationId xmlns:a16="http://schemas.microsoft.com/office/drawing/2014/main" id="{F23361F3-8C36-4BE4-6692-D4EBD3B4B731}"/>
              </a:ext>
            </a:extLst>
          </p:cNvPr>
          <p:cNvSpPr/>
          <p:nvPr/>
        </p:nvSpPr>
        <p:spPr>
          <a:xfrm>
            <a:off x="6233020" y="2133756"/>
            <a:ext cx="243110" cy="1304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EA4A242D-7E7B-9AE9-CD68-400C2E567427}"/>
              </a:ext>
            </a:extLst>
          </p:cNvPr>
          <p:cNvCxnSpPr>
            <a:cxnSpLocks/>
          </p:cNvCxnSpPr>
          <p:nvPr/>
        </p:nvCxnSpPr>
        <p:spPr>
          <a:xfrm>
            <a:off x="2759978" y="3236096"/>
            <a:ext cx="4622334" cy="15802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A83F748-7D7D-FFEE-15B5-E7AC32A51F22}"/>
              </a:ext>
            </a:extLst>
          </p:cNvPr>
          <p:cNvCxnSpPr>
            <a:cxnSpLocks/>
            <a:endCxn id="9" idx="1"/>
          </p:cNvCxnSpPr>
          <p:nvPr/>
        </p:nvCxnSpPr>
        <p:spPr>
          <a:xfrm flipV="1">
            <a:off x="2567031" y="2198970"/>
            <a:ext cx="3665989" cy="6665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r>
              <a:rPr lang="en" sz="2800"/>
              <a:t>(optional) Exercise 4</a:t>
            </a:r>
            <a:endParaRPr sz="2800"/>
          </a:p>
        </p:txBody>
      </p:sp>
      <p:sp>
        <p:nvSpPr>
          <p:cNvPr id="500" name="Google Shape;500;p5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AutoNum type="arabicPeriod"/>
            </a:pPr>
            <a:r>
              <a:rPr lang="en"/>
              <a:t>Follow the steps on the previous slides to enable Google Maps API.</a:t>
            </a:r>
            <a:endParaRPr/>
          </a:p>
          <a:p>
            <a:pPr marL="457200" lvl="0" indent="-342900" algn="l" rtl="0">
              <a:lnSpc>
                <a:spcPct val="115000"/>
              </a:lnSpc>
              <a:spcBef>
                <a:spcPts val="0"/>
              </a:spcBef>
              <a:spcAft>
                <a:spcPts val="0"/>
              </a:spcAft>
              <a:buSzPts val="1800"/>
              <a:buAutoNum type="arabicPeriod"/>
            </a:pPr>
            <a:r>
              <a:rPr lang="en"/>
              <a:t>Open ex4.html and make sure you see a map</a:t>
            </a:r>
            <a:endParaRPr/>
          </a:p>
          <a:p>
            <a:pPr marL="457200" lvl="0" indent="-342900" algn="l" rtl="0">
              <a:lnSpc>
                <a:spcPct val="115000"/>
              </a:lnSpc>
              <a:spcBef>
                <a:spcPts val="0"/>
              </a:spcBef>
              <a:spcAft>
                <a:spcPts val="0"/>
              </a:spcAft>
              <a:buSzPts val="1800"/>
              <a:buAutoNum type="arabicPeriod"/>
            </a:pPr>
            <a:r>
              <a:rPr lang="en"/>
              <a:t>Find the API key in ex4.html and replace it with your API key</a:t>
            </a:r>
            <a:endParaRPr/>
          </a:p>
          <a:p>
            <a:pPr marL="457200" lvl="0" indent="-342900" algn="l" rtl="0">
              <a:lnSpc>
                <a:spcPct val="115000"/>
              </a:lnSpc>
              <a:spcBef>
                <a:spcPts val="0"/>
              </a:spcBef>
              <a:spcAft>
                <a:spcPts val="0"/>
              </a:spcAft>
              <a:buSzPts val="1800"/>
              <a:buAutoNum type="arabicPeriod"/>
            </a:pPr>
            <a:r>
              <a:rPr lang="en"/>
              <a:t>Try your best to understand the code </a:t>
            </a:r>
            <a:endParaRPr/>
          </a:p>
          <a:p>
            <a:pPr marL="457200" marR="0" lvl="0" indent="-342900" algn="l" rtl="0">
              <a:lnSpc>
                <a:spcPct val="115000"/>
              </a:lnSpc>
              <a:spcBef>
                <a:spcPts val="0"/>
              </a:spcBef>
              <a:spcAft>
                <a:spcPts val="0"/>
              </a:spcAft>
              <a:buSzPts val="1800"/>
              <a:buAutoNum type="arabicPeriod"/>
            </a:pPr>
            <a:r>
              <a:rPr lang="en"/>
              <a:t>Modify the code to place a marker at SCIS (</a:t>
            </a:r>
            <a:r>
              <a:rPr lang="en" err="1"/>
              <a:t>lat</a:t>
            </a:r>
            <a:r>
              <a:rPr lang="en"/>
              <a:t>: 1.297538, </a:t>
            </a:r>
            <a:r>
              <a:rPr lang="en" err="1"/>
              <a:t>lng</a:t>
            </a:r>
            <a:r>
              <a:rPr lang="en"/>
              <a:t>: 103.849558)</a:t>
            </a:r>
            <a:endParaRPr/>
          </a:p>
          <a:p>
            <a:pPr marL="0" indent="0">
              <a:lnSpc>
                <a:spcPct val="114999"/>
              </a:lnSpc>
              <a:spcBef>
                <a:spcPts val="1600"/>
              </a:spcBef>
              <a:spcAft>
                <a:spcPts val="1600"/>
              </a:spcAft>
              <a:buNone/>
            </a:pPr>
            <a:endParaRPr lang="en"/>
          </a:p>
          <a:p>
            <a:pPr marL="0" indent="0">
              <a:lnSpc>
                <a:spcPct val="114999"/>
              </a:lnSpc>
              <a:spcBef>
                <a:spcPts val="1600"/>
              </a:spcBef>
              <a:spcAft>
                <a:spcPts val="1600"/>
              </a:spcAft>
              <a:buNone/>
            </a:pPr>
            <a:r>
              <a:rPr lang="en"/>
              <a:t>Hint: refer to </a:t>
            </a:r>
            <a:r>
              <a:rPr lang="en">
                <a:hlinkClick r:id="rId3"/>
              </a:rPr>
              <a:t>https://developers.google.com/maps/documentation/javascript/adding-a-google-map#javascript</a:t>
            </a:r>
            <a:r>
              <a:rPr lang="en"/>
              <a:t>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5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Take Away Messages</a:t>
            </a:r>
            <a:endParaRPr/>
          </a:p>
        </p:txBody>
      </p:sp>
      <p:sp>
        <p:nvSpPr>
          <p:cNvPr id="506" name="Google Shape;506;p58"/>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a:t>HTML for content; CSS for style; Javascript for dynamic effects</a:t>
            </a:r>
            <a:endParaRPr/>
          </a:p>
          <a:p>
            <a:pPr marL="457200" lvl="0" indent="-342900" algn="l" rtl="0">
              <a:lnSpc>
                <a:spcPct val="115000"/>
              </a:lnSpc>
              <a:spcBef>
                <a:spcPts val="0"/>
              </a:spcBef>
              <a:spcAft>
                <a:spcPts val="0"/>
              </a:spcAft>
              <a:buSzPts val="1800"/>
              <a:buChar char="●"/>
            </a:pPr>
            <a:r>
              <a:rPr lang="en"/>
              <a:t>HTML is a tree of various kinds of tags/elements</a:t>
            </a:r>
            <a:endParaRPr/>
          </a:p>
          <a:p>
            <a:pPr marL="457200" lvl="0" indent="-342900" algn="l" rtl="0">
              <a:lnSpc>
                <a:spcPct val="115000"/>
              </a:lnSpc>
              <a:spcBef>
                <a:spcPts val="0"/>
              </a:spcBef>
              <a:spcAft>
                <a:spcPts val="0"/>
              </a:spcAft>
              <a:buSzPts val="1800"/>
              <a:buChar char="●"/>
            </a:pPr>
            <a:r>
              <a:rPr lang="en"/>
              <a:t>Web API are online libraries</a:t>
            </a:r>
            <a:endParaRPr/>
          </a:p>
          <a:p>
            <a:pPr marL="0" lvl="0" indent="0" algn="l" rtl="0">
              <a:lnSpc>
                <a:spcPct val="115000"/>
              </a:lnSpc>
              <a:spcBef>
                <a:spcPts val="1600"/>
              </a:spcBef>
              <a:spcAft>
                <a:spcPts val="0"/>
              </a:spcAft>
              <a:buSzPts val="1800"/>
              <a:buNone/>
            </a:pPr>
            <a:endParaRPr/>
          </a:p>
          <a:p>
            <a:pPr marL="0" lvl="0" indent="0" algn="l" rtl="0">
              <a:lnSpc>
                <a:spcPct val="115000"/>
              </a:lnSpc>
              <a:spcBef>
                <a:spcPts val="1600"/>
              </a:spcBef>
              <a:spcAft>
                <a:spcPts val="0"/>
              </a:spcAft>
              <a:buSzPts val="1800"/>
              <a:buNone/>
            </a:pPr>
            <a:r>
              <a:rPr lang="en"/>
              <a:t>Kindly take note of the course components and be mentally prepared.</a:t>
            </a:r>
            <a:endParaRPr/>
          </a:p>
          <a:p>
            <a:pPr marL="0" lvl="0" indent="0" algn="l" rtl="0">
              <a:lnSpc>
                <a:spcPct val="115000"/>
              </a:lnSpc>
              <a:spcBef>
                <a:spcPts val="1600"/>
              </a:spcBef>
              <a:spcAft>
                <a:spcPts val="1600"/>
              </a:spcAft>
              <a:buSzPts val="1800"/>
              <a:buNone/>
            </a:pPr>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otalTime>0</TotalTime>
  <Words>4051</Words>
  <Application>Microsoft Office PowerPoint</Application>
  <PresentationFormat>On-screen Show (16:9)</PresentationFormat>
  <Paragraphs>677</Paragraphs>
  <Slides>70</Slides>
  <Notes>66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Calibri</vt:lpstr>
      <vt:lpstr>Helvetica Neue</vt:lpstr>
      <vt:lpstr>Arial Nova</vt:lpstr>
      <vt:lpstr>Wingdings</vt:lpstr>
      <vt:lpstr>Arial,Sans-Serif</vt:lpstr>
      <vt:lpstr>Arial</vt:lpstr>
      <vt:lpstr>Luxe</vt:lpstr>
      <vt:lpstr>Web Application Development II</vt:lpstr>
      <vt:lpstr>Faculty</vt:lpstr>
      <vt:lpstr>Faculty</vt:lpstr>
      <vt:lpstr>Faculty</vt:lpstr>
      <vt:lpstr>Instructors</vt:lpstr>
      <vt:lpstr>Instructors</vt:lpstr>
      <vt:lpstr>Teaching Schedule</vt:lpstr>
      <vt:lpstr>Sections and TAs</vt:lpstr>
      <vt:lpstr>Overview</vt:lpstr>
      <vt:lpstr>Course Objectives</vt:lpstr>
      <vt:lpstr>Learning Outcomes</vt:lpstr>
      <vt:lpstr>Course Structure</vt:lpstr>
      <vt:lpstr>Assessments</vt:lpstr>
      <vt:lpstr>Class Format and Participation</vt:lpstr>
      <vt:lpstr>Late Submission Policy</vt:lpstr>
      <vt:lpstr>Make-Up Policy</vt:lpstr>
      <vt:lpstr>Project (30%)</vt:lpstr>
      <vt:lpstr>Make Up</vt:lpstr>
      <vt:lpstr>Incomplete (“I”) Grade</vt:lpstr>
      <vt:lpstr>Academic Integrity</vt:lpstr>
      <vt:lpstr>Plagiarism Management</vt:lpstr>
      <vt:lpstr>Copyright of Course Materials</vt:lpstr>
      <vt:lpstr>References</vt:lpstr>
      <vt:lpstr>Web Application Development II</vt:lpstr>
      <vt:lpstr>How Web Works</vt:lpstr>
      <vt:lpstr>How Web Works</vt:lpstr>
      <vt:lpstr>How Web Works</vt:lpstr>
      <vt:lpstr>How Web Works</vt:lpstr>
      <vt:lpstr>How Web Works</vt:lpstr>
      <vt:lpstr>How Web Works</vt:lpstr>
      <vt:lpstr>How Web Works: Browsers</vt:lpstr>
      <vt:lpstr>How Web Works: Speed</vt:lpstr>
      <vt:lpstr>How Web Works: Speed</vt:lpstr>
      <vt:lpstr>Backend </vt:lpstr>
      <vt:lpstr>Frontend  </vt:lpstr>
      <vt:lpstr>Frontend  </vt:lpstr>
      <vt:lpstr>HTML</vt:lpstr>
      <vt:lpstr>HTML</vt:lpstr>
      <vt:lpstr>HTML Tags</vt:lpstr>
      <vt:lpstr>Exercise 1</vt:lpstr>
      <vt:lpstr>HTML Tags</vt:lpstr>
      <vt:lpstr>Styling Related Tags</vt:lpstr>
      <vt:lpstr>Input Fields</vt:lpstr>
      <vt:lpstr>Attributes</vt:lpstr>
      <vt:lpstr>Exercise 2</vt:lpstr>
      <vt:lpstr>HTML5 Tags</vt:lpstr>
      <vt:lpstr>Meta Tags</vt:lpstr>
      <vt:lpstr>Tree View – Document Object Model (DOM)</vt:lpstr>
      <vt:lpstr>Tools</vt:lpstr>
      <vt:lpstr>Tools</vt:lpstr>
      <vt:lpstr>Tools</vt:lpstr>
      <vt:lpstr>JavaScript</vt:lpstr>
      <vt:lpstr>JavaScript Practice</vt:lpstr>
      <vt:lpstr>JavaScript in Front End</vt:lpstr>
      <vt:lpstr>JavaScript Naming Convention </vt:lpstr>
      <vt:lpstr>JavaScript: Hello World</vt:lpstr>
      <vt:lpstr>JavaScript in &lt;head&gt; and &lt;body&gt;</vt:lpstr>
      <vt:lpstr>Event Handling</vt:lpstr>
      <vt:lpstr>Events</vt:lpstr>
      <vt:lpstr>Exercise 3</vt:lpstr>
      <vt:lpstr>Web Services</vt:lpstr>
      <vt:lpstr>Web Services</vt:lpstr>
      <vt:lpstr>API Key</vt:lpstr>
      <vt:lpstr>Example </vt:lpstr>
      <vt:lpstr>Example</vt:lpstr>
      <vt:lpstr>Example</vt:lpstr>
      <vt:lpstr>(optional) Set Up Google Maps Platform Account</vt:lpstr>
      <vt:lpstr>(optional) Get Google Maps API Key</vt:lpstr>
      <vt:lpstr>(optional) Exercise 4</vt:lpstr>
      <vt:lpstr>Take Away Messages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Lingesh S/O GANESH</cp:lastModifiedBy>
  <cp:revision>2</cp:revision>
  <dcterms:modified xsi:type="dcterms:W3CDTF">2026-08-18T03:30:47Z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2022-06-21T08:26:25Z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ca532929-8ce4-4d51-8c4e-0bdcc7951a65</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ies>
</file>